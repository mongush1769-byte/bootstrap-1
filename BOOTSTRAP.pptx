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9CF9F084-CE87-4C6F-829F-354879D273DF}">
          <p14:sldIdLst>
            <p14:sldId id="256"/>
            <p14:sldId id="257"/>
            <p14:sldId id="258"/>
            <p14:sldId id="259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6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5821A9-B5D1-425E-B8D0-90FB7972FAFF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ru-RU"/>
        </a:p>
      </dgm:t>
    </dgm:pt>
    <dgm:pt modelId="{1F094E36-5911-4D85-9695-55EA8A53A251}">
      <dgm:prSet/>
      <dgm:spPr/>
      <dgm:t>
        <a:bodyPr/>
        <a:lstStyle/>
        <a:p>
          <a:pPr rtl="0"/>
          <a:r>
            <a:rPr lang="ru-RU" b="1" smtClean="0"/>
            <a:t>Bootstrap</a:t>
          </a:r>
          <a:r>
            <a:rPr lang="ru-RU" smtClean="0"/>
            <a:t> это бесплатный фреймворк для веб‑разработки (HTML, CSS, JavaScript), который помогает </a:t>
          </a:r>
          <a:r>
            <a:rPr lang="ru-RU" b="1" smtClean="0"/>
            <a:t>быстро создавать адаптивные сайты</a:t>
          </a:r>
          <a:r>
            <a:rPr lang="ru-RU" smtClean="0"/>
            <a:t>.</a:t>
          </a:r>
          <a:endParaRPr lang="ru-RU"/>
        </a:p>
      </dgm:t>
    </dgm:pt>
    <dgm:pt modelId="{DB905798-680F-4DC7-90DA-8CA4D676465C}" type="parTrans" cxnId="{224426CB-BB4F-491A-883C-CA68C90B449F}">
      <dgm:prSet/>
      <dgm:spPr/>
      <dgm:t>
        <a:bodyPr/>
        <a:lstStyle/>
        <a:p>
          <a:endParaRPr lang="ru-RU"/>
        </a:p>
      </dgm:t>
    </dgm:pt>
    <dgm:pt modelId="{5E79AAB4-AC4D-40B5-B512-67F1A582F518}" type="sibTrans" cxnId="{224426CB-BB4F-491A-883C-CA68C90B449F}">
      <dgm:prSet/>
      <dgm:spPr/>
      <dgm:t>
        <a:bodyPr/>
        <a:lstStyle/>
        <a:p>
          <a:endParaRPr lang="ru-RU"/>
        </a:p>
      </dgm:t>
    </dgm:pt>
    <dgm:pt modelId="{FBC4F846-7B1E-4EDC-86B7-E1907E91BD28}">
      <dgm:prSet/>
      <dgm:spPr/>
      <dgm:t>
        <a:bodyPr/>
        <a:lstStyle/>
        <a:p>
          <a:pPr rtl="0"/>
          <a:r>
            <a:rPr lang="ru-RU" b="1" smtClean="0"/>
            <a:t>Для чего нужен:</a:t>
          </a:r>
          <a:endParaRPr lang="ru-RU"/>
        </a:p>
      </dgm:t>
    </dgm:pt>
    <dgm:pt modelId="{505496B4-F735-4892-A881-9E5035084B72}" type="parTrans" cxnId="{DC3ABD45-37EF-42CA-8873-4130F5BB7CEE}">
      <dgm:prSet/>
      <dgm:spPr/>
      <dgm:t>
        <a:bodyPr/>
        <a:lstStyle/>
        <a:p>
          <a:endParaRPr lang="ru-RU"/>
        </a:p>
      </dgm:t>
    </dgm:pt>
    <dgm:pt modelId="{9A10DCCF-50F3-47F1-B688-F1D1587A065A}" type="sibTrans" cxnId="{DC3ABD45-37EF-42CA-8873-4130F5BB7CEE}">
      <dgm:prSet/>
      <dgm:spPr/>
      <dgm:t>
        <a:bodyPr/>
        <a:lstStyle/>
        <a:p>
          <a:endParaRPr lang="ru-RU"/>
        </a:p>
      </dgm:t>
    </dgm:pt>
    <dgm:pt modelId="{B153BA90-7DB0-4477-93F3-E56AA65F4FFF}">
      <dgm:prSet/>
      <dgm:spPr/>
      <dgm:t>
        <a:bodyPr/>
        <a:lstStyle/>
        <a:p>
          <a:pPr rtl="0"/>
          <a:r>
            <a:rPr lang="ru-RU" b="1" smtClean="0"/>
            <a:t>Ускорить вёрстку</a:t>
          </a:r>
          <a:r>
            <a:rPr lang="ru-RU" smtClean="0"/>
            <a:t> вместо написания кода с нуля используются готовые классы и компоненты (кнопки, формы, меню и т. д.).</a:t>
          </a:r>
          <a:endParaRPr lang="ru-RU"/>
        </a:p>
      </dgm:t>
    </dgm:pt>
    <dgm:pt modelId="{531BC773-56CD-45E1-93D5-6BA8A8690782}" type="parTrans" cxnId="{7969ED3E-3242-4697-B1C0-2E2E6D142E53}">
      <dgm:prSet/>
      <dgm:spPr/>
      <dgm:t>
        <a:bodyPr/>
        <a:lstStyle/>
        <a:p>
          <a:endParaRPr lang="ru-RU"/>
        </a:p>
      </dgm:t>
    </dgm:pt>
    <dgm:pt modelId="{0A16B17E-A5CA-45F2-9534-61BE3DB909C6}" type="sibTrans" cxnId="{7969ED3E-3242-4697-B1C0-2E2E6D142E53}">
      <dgm:prSet/>
      <dgm:spPr/>
      <dgm:t>
        <a:bodyPr/>
        <a:lstStyle/>
        <a:p>
          <a:endParaRPr lang="ru-RU"/>
        </a:p>
      </dgm:t>
    </dgm:pt>
    <dgm:pt modelId="{81EB1EC2-C541-4E99-AF6C-E43915C85A3E}">
      <dgm:prSet/>
      <dgm:spPr/>
      <dgm:t>
        <a:bodyPr/>
        <a:lstStyle/>
        <a:p>
          <a:pPr rtl="0"/>
          <a:r>
            <a:rPr lang="ru-RU" b="1" smtClean="0"/>
            <a:t>Сделать сайт адаптивным</a:t>
          </a:r>
          <a:r>
            <a:rPr lang="ru-RU" smtClean="0"/>
            <a:t> макет автоматически подстраивается под экраны смартфонов, планшетов и компьютеров (благодаря сетке Grid System).</a:t>
          </a:r>
          <a:endParaRPr lang="ru-RU"/>
        </a:p>
      </dgm:t>
    </dgm:pt>
    <dgm:pt modelId="{C443BCEE-7BA6-4FBD-A313-88F7DA2A8C40}" type="parTrans" cxnId="{2C8D1CCF-027D-4801-9A6E-72EC3F7A38B6}">
      <dgm:prSet/>
      <dgm:spPr/>
      <dgm:t>
        <a:bodyPr/>
        <a:lstStyle/>
        <a:p>
          <a:endParaRPr lang="ru-RU"/>
        </a:p>
      </dgm:t>
    </dgm:pt>
    <dgm:pt modelId="{9B4A666A-F810-4B14-A57D-820F9B405D0D}" type="sibTrans" cxnId="{2C8D1CCF-027D-4801-9A6E-72EC3F7A38B6}">
      <dgm:prSet/>
      <dgm:spPr/>
      <dgm:t>
        <a:bodyPr/>
        <a:lstStyle/>
        <a:p>
          <a:endParaRPr lang="ru-RU"/>
        </a:p>
      </dgm:t>
    </dgm:pt>
    <dgm:pt modelId="{1FEE61C3-B4D4-46A3-96BF-ADF51D51CE3A}">
      <dgm:prSet/>
      <dgm:spPr/>
      <dgm:t>
        <a:bodyPr/>
        <a:lstStyle/>
        <a:p>
          <a:pPr rtl="0"/>
          <a:r>
            <a:rPr lang="ru-RU" b="1" smtClean="0"/>
            <a:t>Обеспечить кроссбраузерность</a:t>
          </a:r>
          <a:r>
            <a:rPr lang="ru-RU" smtClean="0"/>
            <a:t>  сайт корректно отображается в разных браузерах.</a:t>
          </a:r>
          <a:endParaRPr lang="ru-RU"/>
        </a:p>
      </dgm:t>
    </dgm:pt>
    <dgm:pt modelId="{304EB621-FA00-4BA8-BC99-CCB653DFEC54}" type="parTrans" cxnId="{2D685E21-37D9-4084-B334-40B007A9A568}">
      <dgm:prSet/>
      <dgm:spPr/>
      <dgm:t>
        <a:bodyPr/>
        <a:lstStyle/>
        <a:p>
          <a:endParaRPr lang="ru-RU"/>
        </a:p>
      </dgm:t>
    </dgm:pt>
    <dgm:pt modelId="{EB14181D-B94D-4E21-96D5-885E67AD6FC9}" type="sibTrans" cxnId="{2D685E21-37D9-4084-B334-40B007A9A568}">
      <dgm:prSet/>
      <dgm:spPr/>
      <dgm:t>
        <a:bodyPr/>
        <a:lstStyle/>
        <a:p>
          <a:endParaRPr lang="ru-RU"/>
        </a:p>
      </dgm:t>
    </dgm:pt>
    <dgm:pt modelId="{C7B2609D-4828-40D1-9042-53C2EBFBABDA}">
      <dgm:prSet/>
      <dgm:spPr/>
      <dgm:t>
        <a:bodyPr/>
        <a:lstStyle/>
        <a:p>
          <a:pPr rtl="0"/>
          <a:r>
            <a:rPr lang="ru-RU" b="1" smtClean="0"/>
            <a:t>Добавить интерактивность</a:t>
          </a:r>
          <a:r>
            <a:rPr lang="ru-RU" smtClean="0"/>
            <a:t> есть готовые скрипты для модальных окон, каруселей, подсказок и др.</a:t>
          </a:r>
          <a:endParaRPr lang="ru-RU"/>
        </a:p>
      </dgm:t>
    </dgm:pt>
    <dgm:pt modelId="{B5C2F57A-1163-4A8F-8B0E-05F2CE5D6A7B}" type="parTrans" cxnId="{5D5403A7-3D55-48F1-8029-34AEC182A52A}">
      <dgm:prSet/>
      <dgm:spPr/>
      <dgm:t>
        <a:bodyPr/>
        <a:lstStyle/>
        <a:p>
          <a:endParaRPr lang="ru-RU"/>
        </a:p>
      </dgm:t>
    </dgm:pt>
    <dgm:pt modelId="{6696B9ED-C57D-44E5-9620-CFAE4B8DC3E6}" type="sibTrans" cxnId="{5D5403A7-3D55-48F1-8029-34AEC182A52A}">
      <dgm:prSet/>
      <dgm:spPr/>
      <dgm:t>
        <a:bodyPr/>
        <a:lstStyle/>
        <a:p>
          <a:endParaRPr lang="ru-RU"/>
        </a:p>
      </dgm:t>
    </dgm:pt>
    <dgm:pt modelId="{E45CA603-56D1-4B4E-AB24-A7A5F2AEB3F4}">
      <dgm:prSet/>
      <dgm:spPr/>
      <dgm:t>
        <a:bodyPr/>
        <a:lstStyle/>
        <a:p>
          <a:pPr rtl="0"/>
          <a:r>
            <a:rPr lang="ru-RU" b="1" smtClean="0"/>
            <a:t>Унифицировать дизайн</a:t>
          </a:r>
          <a:r>
            <a:rPr lang="ru-RU" smtClean="0"/>
            <a:t> все элементы выглядят согласованно, что удобно при командной работе.</a:t>
          </a:r>
          <a:endParaRPr lang="ru-RU"/>
        </a:p>
      </dgm:t>
    </dgm:pt>
    <dgm:pt modelId="{CDA9FD4C-C723-4BB5-BE76-FEE9D597E3B2}" type="parTrans" cxnId="{832C82D3-B53D-4124-9292-3885A5152461}">
      <dgm:prSet/>
      <dgm:spPr/>
      <dgm:t>
        <a:bodyPr/>
        <a:lstStyle/>
        <a:p>
          <a:endParaRPr lang="ru-RU"/>
        </a:p>
      </dgm:t>
    </dgm:pt>
    <dgm:pt modelId="{EB0CEDE9-B58D-4100-A5FB-B6FD0B69737F}" type="sibTrans" cxnId="{832C82D3-B53D-4124-9292-3885A5152461}">
      <dgm:prSet/>
      <dgm:spPr/>
      <dgm:t>
        <a:bodyPr/>
        <a:lstStyle/>
        <a:p>
          <a:endParaRPr lang="ru-RU"/>
        </a:p>
      </dgm:t>
    </dgm:pt>
    <dgm:pt modelId="{1D1B01F6-89DF-46D6-AE4E-FF4626BCFDDA}">
      <dgm:prSet/>
      <dgm:spPr/>
      <dgm:t>
        <a:bodyPr/>
        <a:lstStyle/>
        <a:p>
          <a:pPr rtl="0"/>
          <a:r>
            <a:rPr lang="ru-RU" b="1" smtClean="0"/>
            <a:t>Упростить кастомизацию</a:t>
          </a:r>
          <a:r>
            <a:rPr lang="ru-RU" smtClean="0"/>
            <a:t> можно менять цвета, отступы и другие параметры через переменные (при работе с Sass).</a:t>
          </a:r>
          <a:endParaRPr lang="ru-RU"/>
        </a:p>
      </dgm:t>
    </dgm:pt>
    <dgm:pt modelId="{21D416A0-CC05-4722-BD71-E08CF5E3CD75}" type="parTrans" cxnId="{265803A9-FB81-4A34-9028-0A014A5D3F63}">
      <dgm:prSet/>
      <dgm:spPr/>
      <dgm:t>
        <a:bodyPr/>
        <a:lstStyle/>
        <a:p>
          <a:endParaRPr lang="ru-RU"/>
        </a:p>
      </dgm:t>
    </dgm:pt>
    <dgm:pt modelId="{136CB8C3-8715-403F-872C-CAE6FDF9037C}" type="sibTrans" cxnId="{265803A9-FB81-4A34-9028-0A014A5D3F63}">
      <dgm:prSet/>
      <dgm:spPr/>
      <dgm:t>
        <a:bodyPr/>
        <a:lstStyle/>
        <a:p>
          <a:endParaRPr lang="ru-RU"/>
        </a:p>
      </dgm:t>
    </dgm:pt>
    <dgm:pt modelId="{C2344D45-E325-4436-B8BB-B2396039ADB1}" type="pres">
      <dgm:prSet presAssocID="{445821A9-B5D1-425E-B8D0-90FB7972FAFF}" presName="linear" presStyleCnt="0">
        <dgm:presLayoutVars>
          <dgm:animLvl val="lvl"/>
          <dgm:resizeHandles val="exact"/>
        </dgm:presLayoutVars>
      </dgm:prSet>
      <dgm:spPr/>
    </dgm:pt>
    <dgm:pt modelId="{F614FF0C-D1C2-4F8C-9DD2-959548D867E6}" type="pres">
      <dgm:prSet presAssocID="{1F094E36-5911-4D85-9695-55EA8A53A251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D2FDE6D-971B-44AC-9682-8AEEC8D5C04B}" type="pres">
      <dgm:prSet presAssocID="{5E79AAB4-AC4D-40B5-B512-67F1A582F518}" presName="spacer" presStyleCnt="0"/>
      <dgm:spPr/>
    </dgm:pt>
    <dgm:pt modelId="{FE1C166C-7608-4C86-97AD-C5E31678BF0B}" type="pres">
      <dgm:prSet presAssocID="{FBC4F846-7B1E-4EDC-86B7-E1907E91BD28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0C69CCEA-9F03-4A10-99BB-78A89332CDDA}" type="pres">
      <dgm:prSet presAssocID="{9A10DCCF-50F3-47F1-B688-F1D1587A065A}" presName="spacer" presStyleCnt="0"/>
      <dgm:spPr/>
    </dgm:pt>
    <dgm:pt modelId="{72C7C9CF-7CC9-43FD-8080-745C5665D30E}" type="pres">
      <dgm:prSet presAssocID="{B153BA90-7DB0-4477-93F3-E56AA65F4FFF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A5F95BE2-82B0-4564-B2AF-CBBB0795D083}" type="pres">
      <dgm:prSet presAssocID="{0A16B17E-A5CA-45F2-9534-61BE3DB909C6}" presName="spacer" presStyleCnt="0"/>
      <dgm:spPr/>
    </dgm:pt>
    <dgm:pt modelId="{0C13F143-483D-43D9-9F71-5BFFFA393A4A}" type="pres">
      <dgm:prSet presAssocID="{81EB1EC2-C541-4E99-AF6C-E43915C85A3E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1704453C-921B-4A12-8948-411F8B3B3FE5}" type="pres">
      <dgm:prSet presAssocID="{9B4A666A-F810-4B14-A57D-820F9B405D0D}" presName="spacer" presStyleCnt="0"/>
      <dgm:spPr/>
    </dgm:pt>
    <dgm:pt modelId="{698FD788-32D7-478F-98BE-3122FF121BB2}" type="pres">
      <dgm:prSet presAssocID="{1FEE61C3-B4D4-46A3-96BF-ADF51D51CE3A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88FC5A85-9030-49D9-B322-A99C4B55619F}" type="pres">
      <dgm:prSet presAssocID="{EB14181D-B94D-4E21-96D5-885E67AD6FC9}" presName="spacer" presStyleCnt="0"/>
      <dgm:spPr/>
    </dgm:pt>
    <dgm:pt modelId="{A99F85F6-6C73-43DC-A158-09CD707F0579}" type="pres">
      <dgm:prSet presAssocID="{C7B2609D-4828-40D1-9042-53C2EBFBABD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777DE84-E1E2-4BA7-8B00-4106DC578ABE}" type="pres">
      <dgm:prSet presAssocID="{6696B9ED-C57D-44E5-9620-CFAE4B8DC3E6}" presName="spacer" presStyleCnt="0"/>
      <dgm:spPr/>
    </dgm:pt>
    <dgm:pt modelId="{B094FC62-3F18-4B3D-B66B-29080D1002A0}" type="pres">
      <dgm:prSet presAssocID="{E45CA603-56D1-4B4E-AB24-A7A5F2AEB3F4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91EEADD6-BED7-425D-BC26-D151EABC5955}" type="pres">
      <dgm:prSet presAssocID="{EB0CEDE9-B58D-4100-A5FB-B6FD0B69737F}" presName="spacer" presStyleCnt="0"/>
      <dgm:spPr/>
    </dgm:pt>
    <dgm:pt modelId="{41235489-0D20-4DDA-BD05-4AB9E94FEC9C}" type="pres">
      <dgm:prSet presAssocID="{1D1B01F6-89DF-46D6-AE4E-FF4626BCFDDA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AE9A2981-C80E-4ABB-85B4-D2EC751B48AE}" type="presOf" srcId="{1F094E36-5911-4D85-9695-55EA8A53A251}" destId="{F614FF0C-D1C2-4F8C-9DD2-959548D867E6}" srcOrd="0" destOrd="0" presId="urn:microsoft.com/office/officeart/2005/8/layout/vList2"/>
    <dgm:cxn modelId="{B21A6296-A790-4FFA-AD5E-BB8D9491AA5B}" type="presOf" srcId="{1D1B01F6-89DF-46D6-AE4E-FF4626BCFDDA}" destId="{41235489-0D20-4DDA-BD05-4AB9E94FEC9C}" srcOrd="0" destOrd="0" presId="urn:microsoft.com/office/officeart/2005/8/layout/vList2"/>
    <dgm:cxn modelId="{5D5403A7-3D55-48F1-8029-34AEC182A52A}" srcId="{445821A9-B5D1-425E-B8D0-90FB7972FAFF}" destId="{C7B2609D-4828-40D1-9042-53C2EBFBABDA}" srcOrd="5" destOrd="0" parTransId="{B5C2F57A-1163-4A8F-8B0E-05F2CE5D6A7B}" sibTransId="{6696B9ED-C57D-44E5-9620-CFAE4B8DC3E6}"/>
    <dgm:cxn modelId="{DC3ABD45-37EF-42CA-8873-4130F5BB7CEE}" srcId="{445821A9-B5D1-425E-B8D0-90FB7972FAFF}" destId="{FBC4F846-7B1E-4EDC-86B7-E1907E91BD28}" srcOrd="1" destOrd="0" parTransId="{505496B4-F735-4892-A881-9E5035084B72}" sibTransId="{9A10DCCF-50F3-47F1-B688-F1D1587A065A}"/>
    <dgm:cxn modelId="{D22F9D62-5822-4A47-B842-4E6D4BF9FADA}" type="presOf" srcId="{1FEE61C3-B4D4-46A3-96BF-ADF51D51CE3A}" destId="{698FD788-32D7-478F-98BE-3122FF121BB2}" srcOrd="0" destOrd="0" presId="urn:microsoft.com/office/officeart/2005/8/layout/vList2"/>
    <dgm:cxn modelId="{93E6C061-F62D-4ED6-9EC3-6DDC96E7FE64}" type="presOf" srcId="{445821A9-B5D1-425E-B8D0-90FB7972FAFF}" destId="{C2344D45-E325-4436-B8BB-B2396039ADB1}" srcOrd="0" destOrd="0" presId="urn:microsoft.com/office/officeart/2005/8/layout/vList2"/>
    <dgm:cxn modelId="{2C8D1CCF-027D-4801-9A6E-72EC3F7A38B6}" srcId="{445821A9-B5D1-425E-B8D0-90FB7972FAFF}" destId="{81EB1EC2-C541-4E99-AF6C-E43915C85A3E}" srcOrd="3" destOrd="0" parTransId="{C443BCEE-7BA6-4FBD-A313-88F7DA2A8C40}" sibTransId="{9B4A666A-F810-4B14-A57D-820F9B405D0D}"/>
    <dgm:cxn modelId="{221543FF-C656-48D3-BF78-18EAC8547FD0}" type="presOf" srcId="{81EB1EC2-C541-4E99-AF6C-E43915C85A3E}" destId="{0C13F143-483D-43D9-9F71-5BFFFA393A4A}" srcOrd="0" destOrd="0" presId="urn:microsoft.com/office/officeart/2005/8/layout/vList2"/>
    <dgm:cxn modelId="{16B83A34-54CA-4C71-AF04-C2C6777A4C33}" type="presOf" srcId="{C7B2609D-4828-40D1-9042-53C2EBFBABDA}" destId="{A99F85F6-6C73-43DC-A158-09CD707F0579}" srcOrd="0" destOrd="0" presId="urn:microsoft.com/office/officeart/2005/8/layout/vList2"/>
    <dgm:cxn modelId="{41D3D680-3D2E-46E7-B59B-F4F0406FFCFD}" type="presOf" srcId="{B153BA90-7DB0-4477-93F3-E56AA65F4FFF}" destId="{72C7C9CF-7CC9-43FD-8080-745C5665D30E}" srcOrd="0" destOrd="0" presId="urn:microsoft.com/office/officeart/2005/8/layout/vList2"/>
    <dgm:cxn modelId="{832C82D3-B53D-4124-9292-3885A5152461}" srcId="{445821A9-B5D1-425E-B8D0-90FB7972FAFF}" destId="{E45CA603-56D1-4B4E-AB24-A7A5F2AEB3F4}" srcOrd="6" destOrd="0" parTransId="{CDA9FD4C-C723-4BB5-BE76-FEE9D597E3B2}" sibTransId="{EB0CEDE9-B58D-4100-A5FB-B6FD0B69737F}"/>
    <dgm:cxn modelId="{7969ED3E-3242-4697-B1C0-2E2E6D142E53}" srcId="{445821A9-B5D1-425E-B8D0-90FB7972FAFF}" destId="{B153BA90-7DB0-4477-93F3-E56AA65F4FFF}" srcOrd="2" destOrd="0" parTransId="{531BC773-56CD-45E1-93D5-6BA8A8690782}" sibTransId="{0A16B17E-A5CA-45F2-9534-61BE3DB909C6}"/>
    <dgm:cxn modelId="{2D685E21-37D9-4084-B334-40B007A9A568}" srcId="{445821A9-B5D1-425E-B8D0-90FB7972FAFF}" destId="{1FEE61C3-B4D4-46A3-96BF-ADF51D51CE3A}" srcOrd="4" destOrd="0" parTransId="{304EB621-FA00-4BA8-BC99-CCB653DFEC54}" sibTransId="{EB14181D-B94D-4E21-96D5-885E67AD6FC9}"/>
    <dgm:cxn modelId="{265803A9-FB81-4A34-9028-0A014A5D3F63}" srcId="{445821A9-B5D1-425E-B8D0-90FB7972FAFF}" destId="{1D1B01F6-89DF-46D6-AE4E-FF4626BCFDDA}" srcOrd="7" destOrd="0" parTransId="{21D416A0-CC05-4722-BD71-E08CF5E3CD75}" sibTransId="{136CB8C3-8715-403F-872C-CAE6FDF9037C}"/>
    <dgm:cxn modelId="{06016E2E-FBAB-447E-BF50-FE0E25E55851}" type="presOf" srcId="{FBC4F846-7B1E-4EDC-86B7-E1907E91BD28}" destId="{FE1C166C-7608-4C86-97AD-C5E31678BF0B}" srcOrd="0" destOrd="0" presId="urn:microsoft.com/office/officeart/2005/8/layout/vList2"/>
    <dgm:cxn modelId="{99938B08-65E5-4579-B70B-56FCD301A9CC}" type="presOf" srcId="{E45CA603-56D1-4B4E-AB24-A7A5F2AEB3F4}" destId="{B094FC62-3F18-4B3D-B66B-29080D1002A0}" srcOrd="0" destOrd="0" presId="urn:microsoft.com/office/officeart/2005/8/layout/vList2"/>
    <dgm:cxn modelId="{224426CB-BB4F-491A-883C-CA68C90B449F}" srcId="{445821A9-B5D1-425E-B8D0-90FB7972FAFF}" destId="{1F094E36-5911-4D85-9695-55EA8A53A251}" srcOrd="0" destOrd="0" parTransId="{DB905798-680F-4DC7-90DA-8CA4D676465C}" sibTransId="{5E79AAB4-AC4D-40B5-B512-67F1A582F518}"/>
    <dgm:cxn modelId="{C1D2576E-6D0D-496D-A0C6-0444CABD9DA1}" type="presParOf" srcId="{C2344D45-E325-4436-B8BB-B2396039ADB1}" destId="{F614FF0C-D1C2-4F8C-9DD2-959548D867E6}" srcOrd="0" destOrd="0" presId="urn:microsoft.com/office/officeart/2005/8/layout/vList2"/>
    <dgm:cxn modelId="{6BA42E93-FDF9-4EDE-AA97-3ECA36FC8993}" type="presParOf" srcId="{C2344D45-E325-4436-B8BB-B2396039ADB1}" destId="{3D2FDE6D-971B-44AC-9682-8AEEC8D5C04B}" srcOrd="1" destOrd="0" presId="urn:microsoft.com/office/officeart/2005/8/layout/vList2"/>
    <dgm:cxn modelId="{9F4CD253-59FE-46B3-BFCD-7DFA9718D112}" type="presParOf" srcId="{C2344D45-E325-4436-B8BB-B2396039ADB1}" destId="{FE1C166C-7608-4C86-97AD-C5E31678BF0B}" srcOrd="2" destOrd="0" presId="urn:microsoft.com/office/officeart/2005/8/layout/vList2"/>
    <dgm:cxn modelId="{83019FD0-F05B-4EE1-BA59-5DC02313C321}" type="presParOf" srcId="{C2344D45-E325-4436-B8BB-B2396039ADB1}" destId="{0C69CCEA-9F03-4A10-99BB-78A89332CDDA}" srcOrd="3" destOrd="0" presId="urn:microsoft.com/office/officeart/2005/8/layout/vList2"/>
    <dgm:cxn modelId="{612BA5CC-181D-47E6-BDEC-52E27D2D2C52}" type="presParOf" srcId="{C2344D45-E325-4436-B8BB-B2396039ADB1}" destId="{72C7C9CF-7CC9-43FD-8080-745C5665D30E}" srcOrd="4" destOrd="0" presId="urn:microsoft.com/office/officeart/2005/8/layout/vList2"/>
    <dgm:cxn modelId="{E660898C-BC8E-4F06-A669-ABF64DD3CFD5}" type="presParOf" srcId="{C2344D45-E325-4436-B8BB-B2396039ADB1}" destId="{A5F95BE2-82B0-4564-B2AF-CBBB0795D083}" srcOrd="5" destOrd="0" presId="urn:microsoft.com/office/officeart/2005/8/layout/vList2"/>
    <dgm:cxn modelId="{666A55EB-9B7B-4FE7-A7CC-876A2166288F}" type="presParOf" srcId="{C2344D45-E325-4436-B8BB-B2396039ADB1}" destId="{0C13F143-483D-43D9-9F71-5BFFFA393A4A}" srcOrd="6" destOrd="0" presId="urn:microsoft.com/office/officeart/2005/8/layout/vList2"/>
    <dgm:cxn modelId="{5F7D9A13-B1AB-4B52-A4AF-2E661DA95720}" type="presParOf" srcId="{C2344D45-E325-4436-B8BB-B2396039ADB1}" destId="{1704453C-921B-4A12-8948-411F8B3B3FE5}" srcOrd="7" destOrd="0" presId="urn:microsoft.com/office/officeart/2005/8/layout/vList2"/>
    <dgm:cxn modelId="{3266466F-781F-4259-B5F4-BBF40B8B662E}" type="presParOf" srcId="{C2344D45-E325-4436-B8BB-B2396039ADB1}" destId="{698FD788-32D7-478F-98BE-3122FF121BB2}" srcOrd="8" destOrd="0" presId="urn:microsoft.com/office/officeart/2005/8/layout/vList2"/>
    <dgm:cxn modelId="{4B9CAC78-918A-4497-A83D-B33D47B26E95}" type="presParOf" srcId="{C2344D45-E325-4436-B8BB-B2396039ADB1}" destId="{88FC5A85-9030-49D9-B322-A99C4B55619F}" srcOrd="9" destOrd="0" presId="urn:microsoft.com/office/officeart/2005/8/layout/vList2"/>
    <dgm:cxn modelId="{BF237747-B7AE-4989-A8A0-DB27F8D343BD}" type="presParOf" srcId="{C2344D45-E325-4436-B8BB-B2396039ADB1}" destId="{A99F85F6-6C73-43DC-A158-09CD707F0579}" srcOrd="10" destOrd="0" presId="urn:microsoft.com/office/officeart/2005/8/layout/vList2"/>
    <dgm:cxn modelId="{85EB60CF-A899-40AC-96EA-C873DE9F992E}" type="presParOf" srcId="{C2344D45-E325-4436-B8BB-B2396039ADB1}" destId="{F777DE84-E1E2-4BA7-8B00-4106DC578ABE}" srcOrd="11" destOrd="0" presId="urn:microsoft.com/office/officeart/2005/8/layout/vList2"/>
    <dgm:cxn modelId="{D3B9075B-49EB-4A50-81D4-22C8892F0789}" type="presParOf" srcId="{C2344D45-E325-4436-B8BB-B2396039ADB1}" destId="{B094FC62-3F18-4B3D-B66B-29080D1002A0}" srcOrd="12" destOrd="0" presId="urn:microsoft.com/office/officeart/2005/8/layout/vList2"/>
    <dgm:cxn modelId="{93923317-59DE-4FD4-A7E8-9E14DD89F942}" type="presParOf" srcId="{C2344D45-E325-4436-B8BB-B2396039ADB1}" destId="{91EEADD6-BED7-425D-BC26-D151EABC5955}" srcOrd="13" destOrd="0" presId="urn:microsoft.com/office/officeart/2005/8/layout/vList2"/>
    <dgm:cxn modelId="{DD5802FA-8ADC-4781-9230-30967A491B38}" type="presParOf" srcId="{C2344D45-E325-4436-B8BB-B2396039ADB1}" destId="{41235489-0D20-4DDA-BD05-4AB9E94FEC9C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F157B6-CB69-4EB6-A2AA-6EC0C0B6B0BD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ru-RU"/>
        </a:p>
      </dgm:t>
    </dgm:pt>
    <dgm:pt modelId="{7FBBAF6B-3BDE-4A40-B67F-BE18366FC63B}">
      <dgm:prSet/>
      <dgm:spPr/>
      <dgm:t>
        <a:bodyPr/>
        <a:lstStyle/>
        <a:p>
          <a:pPr rtl="0"/>
          <a:r>
            <a:rPr lang="ru-RU" b="1" smtClean="0"/>
            <a:t>Плюсы:</a:t>
          </a:r>
          <a:endParaRPr lang="ru-RU"/>
        </a:p>
      </dgm:t>
    </dgm:pt>
    <dgm:pt modelId="{6DDA68B7-E28E-46F9-BBBD-59457C25A1F7}" type="parTrans" cxnId="{5E50D110-AFDD-4E0E-98D3-A9B8E29FD431}">
      <dgm:prSet/>
      <dgm:spPr/>
      <dgm:t>
        <a:bodyPr/>
        <a:lstStyle/>
        <a:p>
          <a:endParaRPr lang="ru-RU"/>
        </a:p>
      </dgm:t>
    </dgm:pt>
    <dgm:pt modelId="{7777D5F5-8644-45B8-8265-0D208588347B}" type="sibTrans" cxnId="{5E50D110-AFDD-4E0E-98D3-A9B8E29FD431}">
      <dgm:prSet/>
      <dgm:spPr/>
      <dgm:t>
        <a:bodyPr/>
        <a:lstStyle/>
        <a:p>
          <a:endParaRPr lang="ru-RU"/>
        </a:p>
      </dgm:t>
    </dgm:pt>
    <dgm:pt modelId="{CF3AFCFC-91F7-4665-BC7C-111173E17D76}">
      <dgm:prSet/>
      <dgm:spPr/>
      <dgm:t>
        <a:bodyPr/>
        <a:lstStyle/>
        <a:p>
          <a:pPr rtl="0"/>
          <a:r>
            <a:rPr lang="ru-RU" b="1" smtClean="0"/>
            <a:t>Ускорение разработки</a:t>
          </a:r>
          <a:r>
            <a:rPr lang="ru-RU" smtClean="0"/>
            <a:t> — готовые компоненты (кнопки, формы, меню) экономят время.</a:t>
          </a:r>
          <a:endParaRPr lang="ru-RU"/>
        </a:p>
      </dgm:t>
    </dgm:pt>
    <dgm:pt modelId="{F9FA45DA-7FBE-4DE1-AD56-B1497771C467}" type="parTrans" cxnId="{34E5DE35-8DE1-4F7A-829B-9EA835F13BE0}">
      <dgm:prSet/>
      <dgm:spPr/>
      <dgm:t>
        <a:bodyPr/>
        <a:lstStyle/>
        <a:p>
          <a:endParaRPr lang="ru-RU"/>
        </a:p>
      </dgm:t>
    </dgm:pt>
    <dgm:pt modelId="{92A40A97-80A8-41CA-8212-92AC7BB63447}" type="sibTrans" cxnId="{34E5DE35-8DE1-4F7A-829B-9EA835F13BE0}">
      <dgm:prSet/>
      <dgm:spPr/>
      <dgm:t>
        <a:bodyPr/>
        <a:lstStyle/>
        <a:p>
          <a:endParaRPr lang="ru-RU"/>
        </a:p>
      </dgm:t>
    </dgm:pt>
    <dgm:pt modelId="{89FA0875-E890-4E09-859B-BA6E37F15ED6}">
      <dgm:prSet/>
      <dgm:spPr/>
      <dgm:t>
        <a:bodyPr/>
        <a:lstStyle/>
        <a:p>
          <a:pPr rtl="0"/>
          <a:r>
            <a:rPr lang="ru-RU" b="1" smtClean="0"/>
            <a:t>Адаптивность «из коробки»</a:t>
          </a:r>
          <a:r>
            <a:rPr lang="ru-RU" smtClean="0"/>
            <a:t> — сайт автоматически подстраивается под разные устройства (смартфоны, планшеты, ПК).</a:t>
          </a:r>
          <a:endParaRPr lang="ru-RU"/>
        </a:p>
      </dgm:t>
    </dgm:pt>
    <dgm:pt modelId="{0505CB1C-D883-440E-9014-B1805218BCC2}" type="parTrans" cxnId="{CEBD9FE8-CD40-413D-9D8D-75611786C09C}">
      <dgm:prSet/>
      <dgm:spPr/>
      <dgm:t>
        <a:bodyPr/>
        <a:lstStyle/>
        <a:p>
          <a:endParaRPr lang="ru-RU"/>
        </a:p>
      </dgm:t>
    </dgm:pt>
    <dgm:pt modelId="{79496133-F617-47CB-80B4-53FF3A3975DC}" type="sibTrans" cxnId="{CEBD9FE8-CD40-413D-9D8D-75611786C09C}">
      <dgm:prSet/>
      <dgm:spPr/>
      <dgm:t>
        <a:bodyPr/>
        <a:lstStyle/>
        <a:p>
          <a:endParaRPr lang="ru-RU"/>
        </a:p>
      </dgm:t>
    </dgm:pt>
    <dgm:pt modelId="{FAAB1AE9-25B3-4733-A625-A7FD5C8A748E}">
      <dgm:prSet/>
      <dgm:spPr/>
      <dgm:t>
        <a:bodyPr/>
        <a:lstStyle/>
        <a:p>
          <a:pPr rtl="0"/>
          <a:r>
            <a:rPr lang="ru-RU" b="1" smtClean="0"/>
            <a:t>Кроссбраузерность</a:t>
          </a:r>
          <a:r>
            <a:rPr lang="ru-RU" smtClean="0"/>
            <a:t> — компоненты протестированы и работают в большинстве современных браузеров.</a:t>
          </a:r>
          <a:endParaRPr lang="ru-RU"/>
        </a:p>
      </dgm:t>
    </dgm:pt>
    <dgm:pt modelId="{C686CD61-C488-4388-A7A3-A9C52D60869E}" type="parTrans" cxnId="{B2EA7875-1485-4417-BA5C-354E701BBDEF}">
      <dgm:prSet/>
      <dgm:spPr/>
      <dgm:t>
        <a:bodyPr/>
        <a:lstStyle/>
        <a:p>
          <a:endParaRPr lang="ru-RU"/>
        </a:p>
      </dgm:t>
    </dgm:pt>
    <dgm:pt modelId="{82A879D0-3CD5-48B5-B433-468DE112C057}" type="sibTrans" cxnId="{B2EA7875-1485-4417-BA5C-354E701BBDEF}">
      <dgm:prSet/>
      <dgm:spPr/>
      <dgm:t>
        <a:bodyPr/>
        <a:lstStyle/>
        <a:p>
          <a:endParaRPr lang="ru-RU"/>
        </a:p>
      </dgm:t>
    </dgm:pt>
    <dgm:pt modelId="{1E4CD89D-EA3B-4576-8DCF-91565F58FEB0}">
      <dgm:prSet/>
      <dgm:spPr/>
      <dgm:t>
        <a:bodyPr/>
        <a:lstStyle/>
        <a:p>
          <a:pPr rtl="0"/>
          <a:r>
            <a:rPr lang="ru-RU" b="1" smtClean="0"/>
            <a:t>Простота освоения</a:t>
          </a:r>
          <a:r>
            <a:rPr lang="ru-RU" smtClean="0"/>
            <a:t> — подходит для новичков: достаточно знать основы HTML и CSS.</a:t>
          </a:r>
          <a:endParaRPr lang="ru-RU"/>
        </a:p>
      </dgm:t>
    </dgm:pt>
    <dgm:pt modelId="{19D01D64-6E13-4070-995A-F89259EEA51D}" type="parTrans" cxnId="{45750B46-006D-4F21-B7FF-4C08A3B34220}">
      <dgm:prSet/>
      <dgm:spPr/>
      <dgm:t>
        <a:bodyPr/>
        <a:lstStyle/>
        <a:p>
          <a:endParaRPr lang="ru-RU"/>
        </a:p>
      </dgm:t>
    </dgm:pt>
    <dgm:pt modelId="{AF9B81D7-38C2-402C-8622-ED9B5CDB87D0}" type="sibTrans" cxnId="{45750B46-006D-4F21-B7FF-4C08A3B34220}">
      <dgm:prSet/>
      <dgm:spPr/>
      <dgm:t>
        <a:bodyPr/>
        <a:lstStyle/>
        <a:p>
          <a:endParaRPr lang="ru-RU"/>
        </a:p>
      </dgm:t>
    </dgm:pt>
    <dgm:pt modelId="{C4201B2D-7B3C-4BC3-9997-ECEECB64BEC3}">
      <dgm:prSet/>
      <dgm:spPr/>
      <dgm:t>
        <a:bodyPr/>
        <a:lstStyle/>
        <a:p>
          <a:pPr rtl="0"/>
          <a:r>
            <a:rPr lang="ru-RU" b="1" smtClean="0"/>
            <a:t>Большая библиотека компонентов</a:t>
          </a:r>
          <a:r>
            <a:rPr lang="ru-RU" smtClean="0"/>
            <a:t> — есть всё для типового сайта: карточки, модальные окна, карусели, вкладки.</a:t>
          </a:r>
          <a:endParaRPr lang="ru-RU"/>
        </a:p>
      </dgm:t>
    </dgm:pt>
    <dgm:pt modelId="{FDA43198-E084-434F-BC93-91C669F5BA5C}" type="parTrans" cxnId="{9260BE24-04F5-4A34-A357-89EC96F71926}">
      <dgm:prSet/>
      <dgm:spPr/>
      <dgm:t>
        <a:bodyPr/>
        <a:lstStyle/>
        <a:p>
          <a:endParaRPr lang="ru-RU"/>
        </a:p>
      </dgm:t>
    </dgm:pt>
    <dgm:pt modelId="{993469C7-63E6-4E02-8B00-BF91E6DD271D}" type="sibTrans" cxnId="{9260BE24-04F5-4A34-A357-89EC96F71926}">
      <dgm:prSet/>
      <dgm:spPr/>
      <dgm:t>
        <a:bodyPr/>
        <a:lstStyle/>
        <a:p>
          <a:endParaRPr lang="ru-RU"/>
        </a:p>
      </dgm:t>
    </dgm:pt>
    <dgm:pt modelId="{5B190CE6-A3AA-4043-8521-9841A570B0C1}">
      <dgm:prSet/>
      <dgm:spPr/>
      <dgm:t>
        <a:bodyPr/>
        <a:lstStyle/>
        <a:p>
          <a:pPr rtl="0"/>
          <a:r>
            <a:rPr lang="ru-RU" b="1" smtClean="0"/>
            <a:t>Активное сообщество и документация</a:t>
          </a:r>
          <a:r>
            <a:rPr lang="ru-RU" smtClean="0"/>
            <a:t> — легко найти ответы на вопросы, примеры кода, плагины.</a:t>
          </a:r>
          <a:endParaRPr lang="ru-RU"/>
        </a:p>
      </dgm:t>
    </dgm:pt>
    <dgm:pt modelId="{B9A6BAC9-25F1-4F4D-A265-377D4D839A99}" type="parTrans" cxnId="{27518763-80C3-4E82-9EE2-FA2E3C0747C7}">
      <dgm:prSet/>
      <dgm:spPr/>
      <dgm:t>
        <a:bodyPr/>
        <a:lstStyle/>
        <a:p>
          <a:endParaRPr lang="ru-RU"/>
        </a:p>
      </dgm:t>
    </dgm:pt>
    <dgm:pt modelId="{1B55D79D-6796-40B2-BBF5-545841B99FF4}" type="sibTrans" cxnId="{27518763-80C3-4E82-9EE2-FA2E3C0747C7}">
      <dgm:prSet/>
      <dgm:spPr/>
      <dgm:t>
        <a:bodyPr/>
        <a:lstStyle/>
        <a:p>
          <a:endParaRPr lang="ru-RU"/>
        </a:p>
      </dgm:t>
    </dgm:pt>
    <dgm:pt modelId="{9025F8C5-3A76-4683-B666-B7ABFC43052C}">
      <dgm:prSet/>
      <dgm:spPr/>
      <dgm:t>
        <a:bodyPr/>
        <a:lstStyle/>
        <a:p>
          <a:pPr rtl="0"/>
          <a:r>
            <a:rPr lang="ru-RU" b="1" smtClean="0"/>
            <a:t>Гибкость кастомизации</a:t>
          </a:r>
          <a:r>
            <a:rPr lang="ru-RU" smtClean="0"/>
            <a:t> — можно менять стили через Sass-переменные (цвета, отступы, шрифты).</a:t>
          </a:r>
          <a:endParaRPr lang="ru-RU"/>
        </a:p>
      </dgm:t>
    </dgm:pt>
    <dgm:pt modelId="{D9DD1D81-5DD4-4C9F-B9E8-014691216349}" type="parTrans" cxnId="{F8082AF9-1F03-46D4-999A-A4A41E7029AB}">
      <dgm:prSet/>
      <dgm:spPr/>
      <dgm:t>
        <a:bodyPr/>
        <a:lstStyle/>
        <a:p>
          <a:endParaRPr lang="ru-RU"/>
        </a:p>
      </dgm:t>
    </dgm:pt>
    <dgm:pt modelId="{9A19221C-5E04-42A2-A011-493C73E12190}" type="sibTrans" cxnId="{F8082AF9-1F03-46D4-999A-A4A41E7029AB}">
      <dgm:prSet/>
      <dgm:spPr/>
      <dgm:t>
        <a:bodyPr/>
        <a:lstStyle/>
        <a:p>
          <a:endParaRPr lang="ru-RU"/>
        </a:p>
      </dgm:t>
    </dgm:pt>
    <dgm:pt modelId="{8399ED7B-4417-4945-8FA1-68ECE7B2239B}">
      <dgm:prSet/>
      <dgm:spPr/>
      <dgm:t>
        <a:bodyPr/>
        <a:lstStyle/>
        <a:p>
          <a:pPr rtl="0"/>
          <a:r>
            <a:rPr lang="ru-RU" b="1" dirty="0" smtClean="0"/>
            <a:t>Совместимость с другими библиотеками и </a:t>
          </a:r>
          <a:r>
            <a:rPr lang="ru-RU" b="1" dirty="0" err="1" smtClean="0"/>
            <a:t>фреймворками</a:t>
          </a:r>
          <a:r>
            <a:rPr lang="ru-RU" dirty="0" smtClean="0"/>
            <a:t> (</a:t>
          </a:r>
          <a:r>
            <a:rPr lang="ru-RU" dirty="0" err="1" smtClean="0"/>
            <a:t>React</a:t>
          </a:r>
          <a:r>
            <a:rPr lang="ru-RU" dirty="0" smtClean="0"/>
            <a:t>, </a:t>
          </a:r>
          <a:r>
            <a:rPr lang="ru-RU" dirty="0" err="1" smtClean="0"/>
            <a:t>Vue</a:t>
          </a:r>
          <a:r>
            <a:rPr lang="ru-RU" dirty="0" smtClean="0"/>
            <a:t> и др.).</a:t>
          </a:r>
          <a:endParaRPr lang="ru-RU" dirty="0"/>
        </a:p>
      </dgm:t>
    </dgm:pt>
    <dgm:pt modelId="{175E40DC-87AC-4123-BEAC-9AC408F420D9}" type="parTrans" cxnId="{A413F589-6E9E-4665-BFE9-995DAD5C7545}">
      <dgm:prSet/>
      <dgm:spPr/>
      <dgm:t>
        <a:bodyPr/>
        <a:lstStyle/>
        <a:p>
          <a:endParaRPr lang="ru-RU"/>
        </a:p>
      </dgm:t>
    </dgm:pt>
    <dgm:pt modelId="{40D33151-F18C-470B-BD81-B4C447849058}" type="sibTrans" cxnId="{A413F589-6E9E-4665-BFE9-995DAD5C7545}">
      <dgm:prSet/>
      <dgm:spPr/>
      <dgm:t>
        <a:bodyPr/>
        <a:lstStyle/>
        <a:p>
          <a:endParaRPr lang="ru-RU"/>
        </a:p>
      </dgm:t>
    </dgm:pt>
    <dgm:pt modelId="{15112CCB-6D10-420E-A295-7A867F9A10EE}">
      <dgm:prSet/>
      <dgm:spPr/>
      <dgm:t>
        <a:bodyPr/>
        <a:lstStyle/>
        <a:p>
          <a:pPr rtl="0"/>
          <a:r>
            <a:rPr lang="ru-RU" b="1" smtClean="0"/>
            <a:t>Экономия ресурсов</a:t>
          </a:r>
          <a:r>
            <a:rPr lang="ru-RU" smtClean="0"/>
            <a:t> — не нужно писать много CSS для базовых задач.</a:t>
          </a:r>
          <a:endParaRPr lang="ru-RU"/>
        </a:p>
      </dgm:t>
    </dgm:pt>
    <dgm:pt modelId="{F04C5EC9-5BD7-4055-B22A-F194ADEB1014}" type="parTrans" cxnId="{FD78D33E-C845-4629-A484-22A88AB45053}">
      <dgm:prSet/>
      <dgm:spPr/>
      <dgm:t>
        <a:bodyPr/>
        <a:lstStyle/>
        <a:p>
          <a:endParaRPr lang="ru-RU"/>
        </a:p>
      </dgm:t>
    </dgm:pt>
    <dgm:pt modelId="{2AA3A880-5371-4AE1-971D-5AA0442A380C}" type="sibTrans" cxnId="{FD78D33E-C845-4629-A484-22A88AB45053}">
      <dgm:prSet/>
      <dgm:spPr/>
      <dgm:t>
        <a:bodyPr/>
        <a:lstStyle/>
        <a:p>
          <a:endParaRPr lang="ru-RU"/>
        </a:p>
      </dgm:t>
    </dgm:pt>
    <dgm:pt modelId="{20A3A1E3-DB31-4873-9F19-7F8FB4D0DF22}">
      <dgm:prSet/>
      <dgm:spPr/>
      <dgm:t>
        <a:bodyPr/>
        <a:lstStyle/>
        <a:p>
          <a:pPr rtl="0"/>
          <a:r>
            <a:rPr lang="ru-RU" b="1" dirty="0" smtClean="0"/>
            <a:t>Унификация дизайна</a:t>
          </a:r>
          <a:r>
            <a:rPr lang="ru-RU" dirty="0" smtClean="0"/>
            <a:t> — элементы выглядят согласованно, что важно для командных проектов.</a:t>
          </a:r>
          <a:endParaRPr lang="ru-RU" dirty="0"/>
        </a:p>
      </dgm:t>
    </dgm:pt>
    <dgm:pt modelId="{8AA230BF-440C-48F6-9A89-26D366E7AFDB}" type="parTrans" cxnId="{E43B2CCB-E5BC-4127-91BE-AFA570566B0E}">
      <dgm:prSet/>
      <dgm:spPr/>
      <dgm:t>
        <a:bodyPr/>
        <a:lstStyle/>
        <a:p>
          <a:endParaRPr lang="ru-RU"/>
        </a:p>
      </dgm:t>
    </dgm:pt>
    <dgm:pt modelId="{D62B5172-7251-428D-8924-459E90CBAE26}" type="sibTrans" cxnId="{E43B2CCB-E5BC-4127-91BE-AFA570566B0E}">
      <dgm:prSet/>
      <dgm:spPr/>
      <dgm:t>
        <a:bodyPr/>
        <a:lstStyle/>
        <a:p>
          <a:endParaRPr lang="ru-RU"/>
        </a:p>
      </dgm:t>
    </dgm:pt>
    <dgm:pt modelId="{320507BE-85AD-4AE0-BAFF-7B138491A6A8}" type="pres">
      <dgm:prSet presAssocID="{4BF157B6-CB69-4EB6-A2AA-6EC0C0B6B0B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F521594-254C-4BFD-8E69-195B86FB1C38}" type="pres">
      <dgm:prSet presAssocID="{7FBBAF6B-3BDE-4A40-B67F-BE18366FC63B}" presName="parentText" presStyleLbl="node1" presStyleIdx="0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92ED7EF-F08B-4F76-94A2-9D3289164DD8}" type="pres">
      <dgm:prSet presAssocID="{7777D5F5-8644-45B8-8265-0D208588347B}" presName="spacer" presStyleCnt="0"/>
      <dgm:spPr/>
    </dgm:pt>
    <dgm:pt modelId="{6770FDFA-701A-4355-B9CE-773DCC12B4F8}" type="pres">
      <dgm:prSet presAssocID="{CF3AFCFC-91F7-4665-BC7C-111173E17D76}" presName="parentText" presStyleLbl="node1" presStyleIdx="1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FDDFF8-CABA-444A-849F-3860B35A351A}" type="pres">
      <dgm:prSet presAssocID="{92A40A97-80A8-41CA-8212-92AC7BB63447}" presName="spacer" presStyleCnt="0"/>
      <dgm:spPr/>
    </dgm:pt>
    <dgm:pt modelId="{1E1E5E5F-B089-4F12-A996-015E0844E110}" type="pres">
      <dgm:prSet presAssocID="{89FA0875-E890-4E09-859B-BA6E37F15ED6}" presName="parentText" presStyleLbl="node1" presStyleIdx="2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B6C855A-044A-4EA4-BF25-CC320B4CDB69}" type="pres">
      <dgm:prSet presAssocID="{79496133-F617-47CB-80B4-53FF3A3975DC}" presName="spacer" presStyleCnt="0"/>
      <dgm:spPr/>
    </dgm:pt>
    <dgm:pt modelId="{53B7BB40-CD93-4011-A3AA-8328FD824855}" type="pres">
      <dgm:prSet presAssocID="{FAAB1AE9-25B3-4733-A625-A7FD5C8A748E}" presName="parentText" presStyleLbl="node1" presStyleIdx="3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FEFC0C-0243-4ABA-B7CA-F580938B1509}" type="pres">
      <dgm:prSet presAssocID="{82A879D0-3CD5-48B5-B433-468DE112C057}" presName="spacer" presStyleCnt="0"/>
      <dgm:spPr/>
    </dgm:pt>
    <dgm:pt modelId="{1E786EC5-5ACC-4A20-BC5A-E9C2CE98D9D3}" type="pres">
      <dgm:prSet presAssocID="{1E4CD89D-EA3B-4576-8DCF-91565F58FEB0}" presName="parentText" presStyleLbl="node1" presStyleIdx="4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87A2618-6D86-4B35-8925-3DE8F4F11EE1}" type="pres">
      <dgm:prSet presAssocID="{AF9B81D7-38C2-402C-8622-ED9B5CDB87D0}" presName="spacer" presStyleCnt="0"/>
      <dgm:spPr/>
    </dgm:pt>
    <dgm:pt modelId="{85FB6887-6B7E-4D9C-9318-B39483E280A1}" type="pres">
      <dgm:prSet presAssocID="{C4201B2D-7B3C-4BC3-9997-ECEECB64BEC3}" presName="parentText" presStyleLbl="node1" presStyleIdx="5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6D0A79B-7582-4939-8C54-AD9F24E9EEFE}" type="pres">
      <dgm:prSet presAssocID="{993469C7-63E6-4E02-8B00-BF91E6DD271D}" presName="spacer" presStyleCnt="0"/>
      <dgm:spPr/>
    </dgm:pt>
    <dgm:pt modelId="{E5248337-D695-4B63-BCC5-6AF3BC687519}" type="pres">
      <dgm:prSet presAssocID="{5B190CE6-A3AA-4043-8521-9841A570B0C1}" presName="parentText" presStyleLbl="node1" presStyleIdx="6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14EF8CE-7DC0-410D-9F3D-4549C4C0B3E1}" type="pres">
      <dgm:prSet presAssocID="{1B55D79D-6796-40B2-BBF5-545841B99FF4}" presName="spacer" presStyleCnt="0"/>
      <dgm:spPr/>
    </dgm:pt>
    <dgm:pt modelId="{C3C5CD1B-7F85-4833-85FE-7BE625ED8E3E}" type="pres">
      <dgm:prSet presAssocID="{9025F8C5-3A76-4683-B666-B7ABFC43052C}" presName="parentText" presStyleLbl="node1" presStyleIdx="7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2813F9-B2E0-4971-AF46-2279D71C17BA}" type="pres">
      <dgm:prSet presAssocID="{9A19221C-5E04-42A2-A011-493C73E12190}" presName="spacer" presStyleCnt="0"/>
      <dgm:spPr/>
    </dgm:pt>
    <dgm:pt modelId="{B5DDA536-C1D9-482B-A9D0-49B2748659F7}" type="pres">
      <dgm:prSet presAssocID="{8399ED7B-4417-4945-8FA1-68ECE7B2239B}" presName="parentText" presStyleLbl="node1" presStyleIdx="8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BA0A47-1666-4D02-912B-2167C42C18F7}" type="pres">
      <dgm:prSet presAssocID="{40D33151-F18C-470B-BD81-B4C447849058}" presName="spacer" presStyleCnt="0"/>
      <dgm:spPr/>
    </dgm:pt>
    <dgm:pt modelId="{F9747E76-4ECD-479F-8B94-44E335FC7666}" type="pres">
      <dgm:prSet presAssocID="{15112CCB-6D10-420E-A295-7A867F9A10EE}" presName="parentText" presStyleLbl="node1" presStyleIdx="9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C24E7DE-6F2A-441B-891A-A6F982875F44}" type="pres">
      <dgm:prSet presAssocID="{2AA3A880-5371-4AE1-971D-5AA0442A380C}" presName="spacer" presStyleCnt="0"/>
      <dgm:spPr/>
    </dgm:pt>
    <dgm:pt modelId="{00B0A431-1D41-43A7-BFC4-F32A0B88FCF2}" type="pres">
      <dgm:prSet presAssocID="{20A3A1E3-DB31-4873-9F19-7F8FB4D0DF22}" presName="parentText" presStyleLbl="node1" presStyleIdx="10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4C4A4DA-62BE-4690-9D1F-073A206DB795}" type="presOf" srcId="{89FA0875-E890-4E09-859B-BA6E37F15ED6}" destId="{1E1E5E5F-B089-4F12-A996-015E0844E110}" srcOrd="0" destOrd="0" presId="urn:microsoft.com/office/officeart/2005/8/layout/vList2"/>
    <dgm:cxn modelId="{A413F589-6E9E-4665-BFE9-995DAD5C7545}" srcId="{4BF157B6-CB69-4EB6-A2AA-6EC0C0B6B0BD}" destId="{8399ED7B-4417-4945-8FA1-68ECE7B2239B}" srcOrd="8" destOrd="0" parTransId="{175E40DC-87AC-4123-BEAC-9AC408F420D9}" sibTransId="{40D33151-F18C-470B-BD81-B4C447849058}"/>
    <dgm:cxn modelId="{E43B2CCB-E5BC-4127-91BE-AFA570566B0E}" srcId="{4BF157B6-CB69-4EB6-A2AA-6EC0C0B6B0BD}" destId="{20A3A1E3-DB31-4873-9F19-7F8FB4D0DF22}" srcOrd="10" destOrd="0" parTransId="{8AA230BF-440C-48F6-9A89-26D366E7AFDB}" sibTransId="{D62B5172-7251-428D-8924-459E90CBAE26}"/>
    <dgm:cxn modelId="{34E5DE35-8DE1-4F7A-829B-9EA835F13BE0}" srcId="{4BF157B6-CB69-4EB6-A2AA-6EC0C0B6B0BD}" destId="{CF3AFCFC-91F7-4665-BC7C-111173E17D76}" srcOrd="1" destOrd="0" parTransId="{F9FA45DA-7FBE-4DE1-AD56-B1497771C467}" sibTransId="{92A40A97-80A8-41CA-8212-92AC7BB63447}"/>
    <dgm:cxn modelId="{783FC70E-E2DE-4EA7-A7C7-D6DC55BE4FB3}" type="presOf" srcId="{5B190CE6-A3AA-4043-8521-9841A570B0C1}" destId="{E5248337-D695-4B63-BCC5-6AF3BC687519}" srcOrd="0" destOrd="0" presId="urn:microsoft.com/office/officeart/2005/8/layout/vList2"/>
    <dgm:cxn modelId="{FD78D33E-C845-4629-A484-22A88AB45053}" srcId="{4BF157B6-CB69-4EB6-A2AA-6EC0C0B6B0BD}" destId="{15112CCB-6D10-420E-A295-7A867F9A10EE}" srcOrd="9" destOrd="0" parTransId="{F04C5EC9-5BD7-4055-B22A-F194ADEB1014}" sibTransId="{2AA3A880-5371-4AE1-971D-5AA0442A380C}"/>
    <dgm:cxn modelId="{27518763-80C3-4E82-9EE2-FA2E3C0747C7}" srcId="{4BF157B6-CB69-4EB6-A2AA-6EC0C0B6B0BD}" destId="{5B190CE6-A3AA-4043-8521-9841A570B0C1}" srcOrd="6" destOrd="0" parTransId="{B9A6BAC9-25F1-4F4D-A265-377D4D839A99}" sibTransId="{1B55D79D-6796-40B2-BBF5-545841B99FF4}"/>
    <dgm:cxn modelId="{DE585ACC-44DF-442A-8442-2E617C1886AB}" type="presOf" srcId="{15112CCB-6D10-420E-A295-7A867F9A10EE}" destId="{F9747E76-4ECD-479F-8B94-44E335FC7666}" srcOrd="0" destOrd="0" presId="urn:microsoft.com/office/officeart/2005/8/layout/vList2"/>
    <dgm:cxn modelId="{F3DC816D-832F-4FF0-A072-7CA5CE7B75B2}" type="presOf" srcId="{20A3A1E3-DB31-4873-9F19-7F8FB4D0DF22}" destId="{00B0A431-1D41-43A7-BFC4-F32A0B88FCF2}" srcOrd="0" destOrd="0" presId="urn:microsoft.com/office/officeart/2005/8/layout/vList2"/>
    <dgm:cxn modelId="{B5791C2A-2B99-42F8-8A83-29C8D0909451}" type="presOf" srcId="{C4201B2D-7B3C-4BC3-9997-ECEECB64BEC3}" destId="{85FB6887-6B7E-4D9C-9318-B39483E280A1}" srcOrd="0" destOrd="0" presId="urn:microsoft.com/office/officeart/2005/8/layout/vList2"/>
    <dgm:cxn modelId="{EF32E025-EABF-4919-B59A-E51BBE67CBC7}" type="presOf" srcId="{9025F8C5-3A76-4683-B666-B7ABFC43052C}" destId="{C3C5CD1B-7F85-4833-85FE-7BE625ED8E3E}" srcOrd="0" destOrd="0" presId="urn:microsoft.com/office/officeart/2005/8/layout/vList2"/>
    <dgm:cxn modelId="{FBC01EA0-08AE-42A1-93EB-FA490AC27BCC}" type="presOf" srcId="{FAAB1AE9-25B3-4733-A625-A7FD5C8A748E}" destId="{53B7BB40-CD93-4011-A3AA-8328FD824855}" srcOrd="0" destOrd="0" presId="urn:microsoft.com/office/officeart/2005/8/layout/vList2"/>
    <dgm:cxn modelId="{B2EA7875-1485-4417-BA5C-354E701BBDEF}" srcId="{4BF157B6-CB69-4EB6-A2AA-6EC0C0B6B0BD}" destId="{FAAB1AE9-25B3-4733-A625-A7FD5C8A748E}" srcOrd="3" destOrd="0" parTransId="{C686CD61-C488-4388-A7A3-A9C52D60869E}" sibTransId="{82A879D0-3CD5-48B5-B433-468DE112C057}"/>
    <dgm:cxn modelId="{29FEC5DD-205D-4594-B0D5-2DF73EF63F8B}" type="presOf" srcId="{1E4CD89D-EA3B-4576-8DCF-91565F58FEB0}" destId="{1E786EC5-5ACC-4A20-BC5A-E9C2CE98D9D3}" srcOrd="0" destOrd="0" presId="urn:microsoft.com/office/officeart/2005/8/layout/vList2"/>
    <dgm:cxn modelId="{B2FFC3F0-6F15-47F6-9CE4-F6733E169A56}" type="presOf" srcId="{7FBBAF6B-3BDE-4A40-B67F-BE18366FC63B}" destId="{AF521594-254C-4BFD-8E69-195B86FB1C38}" srcOrd="0" destOrd="0" presId="urn:microsoft.com/office/officeart/2005/8/layout/vList2"/>
    <dgm:cxn modelId="{17C56B3F-2560-46D1-89A5-F9DC66DD1A0A}" type="presOf" srcId="{4BF157B6-CB69-4EB6-A2AA-6EC0C0B6B0BD}" destId="{320507BE-85AD-4AE0-BAFF-7B138491A6A8}" srcOrd="0" destOrd="0" presId="urn:microsoft.com/office/officeart/2005/8/layout/vList2"/>
    <dgm:cxn modelId="{CEBD9FE8-CD40-413D-9D8D-75611786C09C}" srcId="{4BF157B6-CB69-4EB6-A2AA-6EC0C0B6B0BD}" destId="{89FA0875-E890-4E09-859B-BA6E37F15ED6}" srcOrd="2" destOrd="0" parTransId="{0505CB1C-D883-440E-9014-B1805218BCC2}" sibTransId="{79496133-F617-47CB-80B4-53FF3A3975DC}"/>
    <dgm:cxn modelId="{F08A3612-BBA7-4E07-AB03-2FFA96A4539B}" type="presOf" srcId="{8399ED7B-4417-4945-8FA1-68ECE7B2239B}" destId="{B5DDA536-C1D9-482B-A9D0-49B2748659F7}" srcOrd="0" destOrd="0" presId="urn:microsoft.com/office/officeart/2005/8/layout/vList2"/>
    <dgm:cxn modelId="{F8082AF9-1F03-46D4-999A-A4A41E7029AB}" srcId="{4BF157B6-CB69-4EB6-A2AA-6EC0C0B6B0BD}" destId="{9025F8C5-3A76-4683-B666-B7ABFC43052C}" srcOrd="7" destOrd="0" parTransId="{D9DD1D81-5DD4-4C9F-B9E8-014691216349}" sibTransId="{9A19221C-5E04-42A2-A011-493C73E12190}"/>
    <dgm:cxn modelId="{9260BE24-04F5-4A34-A357-89EC96F71926}" srcId="{4BF157B6-CB69-4EB6-A2AA-6EC0C0B6B0BD}" destId="{C4201B2D-7B3C-4BC3-9997-ECEECB64BEC3}" srcOrd="5" destOrd="0" parTransId="{FDA43198-E084-434F-BC93-91C669F5BA5C}" sibTransId="{993469C7-63E6-4E02-8B00-BF91E6DD271D}"/>
    <dgm:cxn modelId="{BD36AB78-5F41-4380-94EE-1DD9FBD26D46}" type="presOf" srcId="{CF3AFCFC-91F7-4665-BC7C-111173E17D76}" destId="{6770FDFA-701A-4355-B9CE-773DCC12B4F8}" srcOrd="0" destOrd="0" presId="urn:microsoft.com/office/officeart/2005/8/layout/vList2"/>
    <dgm:cxn modelId="{45750B46-006D-4F21-B7FF-4C08A3B34220}" srcId="{4BF157B6-CB69-4EB6-A2AA-6EC0C0B6B0BD}" destId="{1E4CD89D-EA3B-4576-8DCF-91565F58FEB0}" srcOrd="4" destOrd="0" parTransId="{19D01D64-6E13-4070-995A-F89259EEA51D}" sibTransId="{AF9B81D7-38C2-402C-8622-ED9B5CDB87D0}"/>
    <dgm:cxn modelId="{5E50D110-AFDD-4E0E-98D3-A9B8E29FD431}" srcId="{4BF157B6-CB69-4EB6-A2AA-6EC0C0B6B0BD}" destId="{7FBBAF6B-3BDE-4A40-B67F-BE18366FC63B}" srcOrd="0" destOrd="0" parTransId="{6DDA68B7-E28E-46F9-BBBD-59457C25A1F7}" sibTransId="{7777D5F5-8644-45B8-8265-0D208588347B}"/>
    <dgm:cxn modelId="{E309FE2F-599A-4F7E-9BF9-763DA98E08E9}" type="presParOf" srcId="{320507BE-85AD-4AE0-BAFF-7B138491A6A8}" destId="{AF521594-254C-4BFD-8E69-195B86FB1C38}" srcOrd="0" destOrd="0" presId="urn:microsoft.com/office/officeart/2005/8/layout/vList2"/>
    <dgm:cxn modelId="{85CFD83A-602F-4C80-8F12-85749B66E2AF}" type="presParOf" srcId="{320507BE-85AD-4AE0-BAFF-7B138491A6A8}" destId="{892ED7EF-F08B-4F76-94A2-9D3289164DD8}" srcOrd="1" destOrd="0" presId="urn:microsoft.com/office/officeart/2005/8/layout/vList2"/>
    <dgm:cxn modelId="{5173913E-14E2-4F62-B0E3-C7F27602A8CE}" type="presParOf" srcId="{320507BE-85AD-4AE0-BAFF-7B138491A6A8}" destId="{6770FDFA-701A-4355-B9CE-773DCC12B4F8}" srcOrd="2" destOrd="0" presId="urn:microsoft.com/office/officeart/2005/8/layout/vList2"/>
    <dgm:cxn modelId="{F5213606-E64E-4124-9BCA-4952BCBE07B1}" type="presParOf" srcId="{320507BE-85AD-4AE0-BAFF-7B138491A6A8}" destId="{7FFDDFF8-CABA-444A-849F-3860B35A351A}" srcOrd="3" destOrd="0" presId="urn:microsoft.com/office/officeart/2005/8/layout/vList2"/>
    <dgm:cxn modelId="{7BFD7CDB-ABC2-4D37-82C1-F4F32679C72B}" type="presParOf" srcId="{320507BE-85AD-4AE0-BAFF-7B138491A6A8}" destId="{1E1E5E5F-B089-4F12-A996-015E0844E110}" srcOrd="4" destOrd="0" presId="urn:microsoft.com/office/officeart/2005/8/layout/vList2"/>
    <dgm:cxn modelId="{4438D764-954E-4098-8D9F-3633CB7FEC13}" type="presParOf" srcId="{320507BE-85AD-4AE0-BAFF-7B138491A6A8}" destId="{2B6C855A-044A-4EA4-BF25-CC320B4CDB69}" srcOrd="5" destOrd="0" presId="urn:microsoft.com/office/officeart/2005/8/layout/vList2"/>
    <dgm:cxn modelId="{9B5FF826-B2FF-44E0-A37D-7C0F94CAA17A}" type="presParOf" srcId="{320507BE-85AD-4AE0-BAFF-7B138491A6A8}" destId="{53B7BB40-CD93-4011-A3AA-8328FD824855}" srcOrd="6" destOrd="0" presId="urn:microsoft.com/office/officeart/2005/8/layout/vList2"/>
    <dgm:cxn modelId="{701319AC-80D2-4D70-95DC-B1B885DA4654}" type="presParOf" srcId="{320507BE-85AD-4AE0-BAFF-7B138491A6A8}" destId="{ABFEFC0C-0243-4ABA-B7CA-F580938B1509}" srcOrd="7" destOrd="0" presId="urn:microsoft.com/office/officeart/2005/8/layout/vList2"/>
    <dgm:cxn modelId="{67C458C7-A54B-409C-8B97-673F8C18BE1E}" type="presParOf" srcId="{320507BE-85AD-4AE0-BAFF-7B138491A6A8}" destId="{1E786EC5-5ACC-4A20-BC5A-E9C2CE98D9D3}" srcOrd="8" destOrd="0" presId="urn:microsoft.com/office/officeart/2005/8/layout/vList2"/>
    <dgm:cxn modelId="{7C8BD6A1-80C6-4137-A640-0CC612F7BCD0}" type="presParOf" srcId="{320507BE-85AD-4AE0-BAFF-7B138491A6A8}" destId="{387A2618-6D86-4B35-8925-3DE8F4F11EE1}" srcOrd="9" destOrd="0" presId="urn:microsoft.com/office/officeart/2005/8/layout/vList2"/>
    <dgm:cxn modelId="{0A0E4424-D32B-40AB-A07D-EF5A4419D175}" type="presParOf" srcId="{320507BE-85AD-4AE0-BAFF-7B138491A6A8}" destId="{85FB6887-6B7E-4D9C-9318-B39483E280A1}" srcOrd="10" destOrd="0" presId="urn:microsoft.com/office/officeart/2005/8/layout/vList2"/>
    <dgm:cxn modelId="{516A81D6-02D8-4428-BAD6-37EFA0861A92}" type="presParOf" srcId="{320507BE-85AD-4AE0-BAFF-7B138491A6A8}" destId="{16D0A79B-7582-4939-8C54-AD9F24E9EEFE}" srcOrd="11" destOrd="0" presId="urn:microsoft.com/office/officeart/2005/8/layout/vList2"/>
    <dgm:cxn modelId="{8B3DA565-BFFD-4D33-A6D3-67965B5BB716}" type="presParOf" srcId="{320507BE-85AD-4AE0-BAFF-7B138491A6A8}" destId="{E5248337-D695-4B63-BCC5-6AF3BC687519}" srcOrd="12" destOrd="0" presId="urn:microsoft.com/office/officeart/2005/8/layout/vList2"/>
    <dgm:cxn modelId="{A9E5C57A-93D9-425F-A9E2-A3D097F9F750}" type="presParOf" srcId="{320507BE-85AD-4AE0-BAFF-7B138491A6A8}" destId="{C14EF8CE-7DC0-410D-9F3D-4549C4C0B3E1}" srcOrd="13" destOrd="0" presId="urn:microsoft.com/office/officeart/2005/8/layout/vList2"/>
    <dgm:cxn modelId="{053633C1-D25F-47E8-98C8-8649FF2FEBB0}" type="presParOf" srcId="{320507BE-85AD-4AE0-BAFF-7B138491A6A8}" destId="{C3C5CD1B-7F85-4833-85FE-7BE625ED8E3E}" srcOrd="14" destOrd="0" presId="urn:microsoft.com/office/officeart/2005/8/layout/vList2"/>
    <dgm:cxn modelId="{E05D86B2-1839-4AEF-8288-7F72071FBC13}" type="presParOf" srcId="{320507BE-85AD-4AE0-BAFF-7B138491A6A8}" destId="{962813F9-B2E0-4971-AF46-2279D71C17BA}" srcOrd="15" destOrd="0" presId="urn:microsoft.com/office/officeart/2005/8/layout/vList2"/>
    <dgm:cxn modelId="{E733A40A-2239-47AA-BE22-518A7D883BB4}" type="presParOf" srcId="{320507BE-85AD-4AE0-BAFF-7B138491A6A8}" destId="{B5DDA536-C1D9-482B-A9D0-49B2748659F7}" srcOrd="16" destOrd="0" presId="urn:microsoft.com/office/officeart/2005/8/layout/vList2"/>
    <dgm:cxn modelId="{423DE0DE-80D4-4161-B65D-E1BB3DAB244A}" type="presParOf" srcId="{320507BE-85AD-4AE0-BAFF-7B138491A6A8}" destId="{50BA0A47-1666-4D02-912B-2167C42C18F7}" srcOrd="17" destOrd="0" presId="urn:microsoft.com/office/officeart/2005/8/layout/vList2"/>
    <dgm:cxn modelId="{E3AF6D06-3C12-4970-A960-B7FFA0520F6C}" type="presParOf" srcId="{320507BE-85AD-4AE0-BAFF-7B138491A6A8}" destId="{F9747E76-4ECD-479F-8B94-44E335FC7666}" srcOrd="18" destOrd="0" presId="urn:microsoft.com/office/officeart/2005/8/layout/vList2"/>
    <dgm:cxn modelId="{527A8863-06BD-4067-9E3B-B6DBE388EF52}" type="presParOf" srcId="{320507BE-85AD-4AE0-BAFF-7B138491A6A8}" destId="{BC24E7DE-6F2A-441B-891A-A6F982875F44}" srcOrd="19" destOrd="0" presId="urn:microsoft.com/office/officeart/2005/8/layout/vList2"/>
    <dgm:cxn modelId="{3D62F92D-607E-4D90-AE48-A329731EDA8D}" type="presParOf" srcId="{320507BE-85AD-4AE0-BAFF-7B138491A6A8}" destId="{00B0A431-1D41-43A7-BFC4-F32A0B88FCF2}" srcOrd="20" destOrd="0" presId="urn:microsoft.com/office/officeart/2005/8/layout/vList2"/>
  </dgm:cxnLst>
  <dgm:bg>
    <a:effectLst>
      <a:outerShdw blurRad="50800" dist="50800" dir="5400000" algn="ctr" rotWithShape="0">
        <a:schemeClr val="tx2"/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F4BEA0-E0E2-4CA6-9FFD-447FE9CEF4E4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ru-RU"/>
        </a:p>
      </dgm:t>
    </dgm:pt>
    <dgm:pt modelId="{E71B1993-EFD8-461B-8BC4-E0EF3C6B16DA}">
      <dgm:prSet/>
      <dgm:spPr/>
      <dgm:t>
        <a:bodyPr/>
        <a:lstStyle/>
        <a:p>
          <a:pPr rtl="0"/>
          <a:r>
            <a:rPr lang="ru-RU" b="1" smtClean="0"/>
            <a:t>Минусы:</a:t>
          </a:r>
          <a:endParaRPr lang="ru-RU"/>
        </a:p>
      </dgm:t>
    </dgm:pt>
    <dgm:pt modelId="{F59DDA16-8BF3-42F3-9D2C-10C15EF46A7D}" type="parTrans" cxnId="{99B74F03-D666-4C1C-B8BC-73F70A222F7A}">
      <dgm:prSet/>
      <dgm:spPr/>
      <dgm:t>
        <a:bodyPr/>
        <a:lstStyle/>
        <a:p>
          <a:endParaRPr lang="ru-RU"/>
        </a:p>
      </dgm:t>
    </dgm:pt>
    <dgm:pt modelId="{4CB7196F-27C8-4C61-B1E6-3E184EA122DD}" type="sibTrans" cxnId="{99B74F03-D666-4C1C-B8BC-73F70A222F7A}">
      <dgm:prSet/>
      <dgm:spPr/>
      <dgm:t>
        <a:bodyPr/>
        <a:lstStyle/>
        <a:p>
          <a:endParaRPr lang="ru-RU"/>
        </a:p>
      </dgm:t>
    </dgm:pt>
    <dgm:pt modelId="{AE507B74-BF6D-409E-B085-D1EEA026DCDA}">
      <dgm:prSet/>
      <dgm:spPr/>
      <dgm:t>
        <a:bodyPr/>
        <a:lstStyle/>
        <a:p>
          <a:pPr rtl="0"/>
          <a:r>
            <a:rPr lang="ru-RU" b="1" smtClean="0"/>
            <a:t>Избыточный код</a:t>
          </a:r>
          <a:r>
            <a:rPr lang="ru-RU" smtClean="0"/>
            <a:t> — стандартная сборка включает много стилей, которые могут не использоваться в проекте, что увеличивает размер CSS.</a:t>
          </a:r>
          <a:endParaRPr lang="ru-RU"/>
        </a:p>
      </dgm:t>
    </dgm:pt>
    <dgm:pt modelId="{BCBE334A-8928-4B22-AB83-EFAC241E114A}" type="parTrans" cxnId="{D10A1467-7AAB-4BFE-803B-9B81834927E9}">
      <dgm:prSet/>
      <dgm:spPr/>
      <dgm:t>
        <a:bodyPr/>
        <a:lstStyle/>
        <a:p>
          <a:endParaRPr lang="ru-RU"/>
        </a:p>
      </dgm:t>
    </dgm:pt>
    <dgm:pt modelId="{D8592319-6BBD-44CE-8613-0D847FA479C7}" type="sibTrans" cxnId="{D10A1467-7AAB-4BFE-803B-9B81834927E9}">
      <dgm:prSet/>
      <dgm:spPr/>
      <dgm:t>
        <a:bodyPr/>
        <a:lstStyle/>
        <a:p>
          <a:endParaRPr lang="ru-RU"/>
        </a:p>
      </dgm:t>
    </dgm:pt>
    <dgm:pt modelId="{83D499EF-21F0-45ED-94F0-189D527C1641}">
      <dgm:prSet/>
      <dgm:spPr/>
      <dgm:t>
        <a:bodyPr/>
        <a:lstStyle/>
        <a:p>
          <a:pPr rtl="0"/>
          <a:r>
            <a:rPr lang="ru-RU" b="1" smtClean="0"/>
            <a:t>«Стандартный» внешний вид</a:t>
          </a:r>
          <a:r>
            <a:rPr lang="ru-RU" smtClean="0"/>
            <a:t> — без кастомизации сайты выглядят однообразно, сложно добиться уникального дизайна.</a:t>
          </a:r>
          <a:endParaRPr lang="ru-RU"/>
        </a:p>
      </dgm:t>
    </dgm:pt>
    <dgm:pt modelId="{230CADA1-078C-4EA8-9A6C-5EA24EA84B73}" type="parTrans" cxnId="{247A32F2-146B-476B-AF1A-8E176DDC52BD}">
      <dgm:prSet/>
      <dgm:spPr/>
      <dgm:t>
        <a:bodyPr/>
        <a:lstStyle/>
        <a:p>
          <a:endParaRPr lang="ru-RU"/>
        </a:p>
      </dgm:t>
    </dgm:pt>
    <dgm:pt modelId="{621B0DBA-75D6-46AD-884D-0CA6DFA7063C}" type="sibTrans" cxnId="{247A32F2-146B-476B-AF1A-8E176DDC52BD}">
      <dgm:prSet/>
      <dgm:spPr/>
      <dgm:t>
        <a:bodyPr/>
        <a:lstStyle/>
        <a:p>
          <a:endParaRPr lang="ru-RU"/>
        </a:p>
      </dgm:t>
    </dgm:pt>
    <dgm:pt modelId="{6F3587A7-2E54-4D66-9B42-E575DEECEF82}">
      <dgm:prSet/>
      <dgm:spPr/>
      <dgm:t>
        <a:bodyPr/>
        <a:lstStyle/>
        <a:p>
          <a:pPr rtl="0"/>
          <a:r>
            <a:rPr lang="ru-RU" b="1" dirty="0" smtClean="0"/>
            <a:t>Ограничения для сложных интерфейсов</a:t>
          </a:r>
          <a:r>
            <a:rPr lang="ru-RU" dirty="0" smtClean="0"/>
            <a:t> — нестандартные макеты может быть сложно реализовать с помощью готовых компонентов.</a:t>
          </a:r>
          <a:endParaRPr lang="ru-RU" dirty="0"/>
        </a:p>
      </dgm:t>
    </dgm:pt>
    <dgm:pt modelId="{FDF6A25B-4771-4001-8E5D-0EFEC99A3456}" type="parTrans" cxnId="{DFF3B4A6-51D2-4D7F-976D-75DE386008C2}">
      <dgm:prSet/>
      <dgm:spPr/>
      <dgm:t>
        <a:bodyPr/>
        <a:lstStyle/>
        <a:p>
          <a:endParaRPr lang="ru-RU"/>
        </a:p>
      </dgm:t>
    </dgm:pt>
    <dgm:pt modelId="{DB10ADC7-59DE-4139-B4DE-D309235C46F7}" type="sibTrans" cxnId="{DFF3B4A6-51D2-4D7F-976D-75DE386008C2}">
      <dgm:prSet/>
      <dgm:spPr/>
      <dgm:t>
        <a:bodyPr/>
        <a:lstStyle/>
        <a:p>
          <a:endParaRPr lang="ru-RU"/>
        </a:p>
      </dgm:t>
    </dgm:pt>
    <dgm:pt modelId="{E55D36C9-91D6-4BCF-A916-0B1FDDCDF95E}">
      <dgm:prSet/>
      <dgm:spPr/>
      <dgm:t>
        <a:bodyPr/>
        <a:lstStyle/>
        <a:p>
          <a:pPr rtl="0"/>
          <a:r>
            <a:rPr lang="ru-RU" b="1" smtClean="0"/>
            <a:t>Зависимость от сторонних файлов</a:t>
          </a:r>
          <a:r>
            <a:rPr lang="ru-RU" smtClean="0"/>
            <a:t> (например, при подключении через CDN).</a:t>
          </a:r>
          <a:endParaRPr lang="ru-RU"/>
        </a:p>
      </dgm:t>
    </dgm:pt>
    <dgm:pt modelId="{74E459AE-012E-4397-9B8A-7654274D4067}" type="parTrans" cxnId="{753AC1E4-2B71-4C08-83FA-2654A91E8BB8}">
      <dgm:prSet/>
      <dgm:spPr/>
      <dgm:t>
        <a:bodyPr/>
        <a:lstStyle/>
        <a:p>
          <a:endParaRPr lang="ru-RU"/>
        </a:p>
      </dgm:t>
    </dgm:pt>
    <dgm:pt modelId="{970AE2C3-6968-4DD4-8F03-01C52DE28592}" type="sibTrans" cxnId="{753AC1E4-2B71-4C08-83FA-2654A91E8BB8}">
      <dgm:prSet/>
      <dgm:spPr/>
      <dgm:t>
        <a:bodyPr/>
        <a:lstStyle/>
        <a:p>
          <a:endParaRPr lang="ru-RU"/>
        </a:p>
      </dgm:t>
    </dgm:pt>
    <dgm:pt modelId="{158D6651-6EEA-4285-8820-C284926AE0B0}">
      <dgm:prSet/>
      <dgm:spPr/>
      <dgm:t>
        <a:bodyPr/>
        <a:lstStyle/>
        <a:p>
          <a:pPr rtl="0"/>
          <a:r>
            <a:rPr lang="ru-RU" b="1" smtClean="0"/>
            <a:t>Возможные конфликты стилей</a:t>
          </a:r>
          <a:r>
            <a:rPr lang="ru-RU" smtClean="0"/>
            <a:t> — если в проекте используются другие CSS-библиотеки.</a:t>
          </a:r>
          <a:endParaRPr lang="ru-RU"/>
        </a:p>
      </dgm:t>
    </dgm:pt>
    <dgm:pt modelId="{417AB198-86C2-4D48-B485-28D05207865E}" type="parTrans" cxnId="{E9FE5E1C-03AA-4C23-A759-DA894BE73835}">
      <dgm:prSet/>
      <dgm:spPr/>
      <dgm:t>
        <a:bodyPr/>
        <a:lstStyle/>
        <a:p>
          <a:endParaRPr lang="ru-RU"/>
        </a:p>
      </dgm:t>
    </dgm:pt>
    <dgm:pt modelId="{BCE112B0-58AE-46F7-A3D6-0D14D5D18278}" type="sibTrans" cxnId="{E9FE5E1C-03AA-4C23-A759-DA894BE73835}">
      <dgm:prSet/>
      <dgm:spPr/>
      <dgm:t>
        <a:bodyPr/>
        <a:lstStyle/>
        <a:p>
          <a:endParaRPr lang="ru-RU"/>
        </a:p>
      </dgm:t>
    </dgm:pt>
    <dgm:pt modelId="{E45F7A09-644F-45DD-8593-3BAC9C436711}">
      <dgm:prSet/>
      <dgm:spPr/>
      <dgm:t>
        <a:bodyPr/>
        <a:lstStyle/>
        <a:p>
          <a:pPr rtl="0"/>
          <a:r>
            <a:rPr lang="ru-RU" b="1" dirty="0" smtClean="0"/>
            <a:t>Необходимость изучения специфики Bootstrap</a:t>
          </a:r>
          <a:r>
            <a:rPr lang="ru-RU" dirty="0" smtClean="0"/>
            <a:t> (система сетки, классы, утилиты) — это дополнительный порог входа.</a:t>
          </a:r>
          <a:endParaRPr lang="ru-RU" dirty="0"/>
        </a:p>
      </dgm:t>
    </dgm:pt>
    <dgm:pt modelId="{58661B47-9004-46F3-BAD5-7B0222FB27DD}" type="parTrans" cxnId="{02BDD941-2D49-4EF4-A6DE-CD775CEC5C59}">
      <dgm:prSet/>
      <dgm:spPr/>
      <dgm:t>
        <a:bodyPr/>
        <a:lstStyle/>
        <a:p>
          <a:endParaRPr lang="ru-RU"/>
        </a:p>
      </dgm:t>
    </dgm:pt>
    <dgm:pt modelId="{3361C919-CA1B-4092-BD5C-FE7636CB1125}" type="sibTrans" cxnId="{02BDD941-2D49-4EF4-A6DE-CD775CEC5C59}">
      <dgm:prSet/>
      <dgm:spPr/>
      <dgm:t>
        <a:bodyPr/>
        <a:lstStyle/>
        <a:p>
          <a:endParaRPr lang="ru-RU"/>
        </a:p>
      </dgm:t>
    </dgm:pt>
    <dgm:pt modelId="{C9B7EE4B-2AF5-4348-B475-5F2C6DB26AE5}">
      <dgm:prSet/>
      <dgm:spPr/>
      <dgm:t>
        <a:bodyPr/>
        <a:lstStyle/>
        <a:p>
          <a:pPr rtl="0"/>
          <a:r>
            <a:rPr lang="ru-RU" b="1" smtClean="0"/>
            <a:t>Влияние на производительность</a:t>
          </a:r>
          <a:r>
            <a:rPr lang="ru-RU" smtClean="0"/>
            <a:t> — большое количество JS-плагинов может замедлить работу сайта.</a:t>
          </a:r>
          <a:endParaRPr lang="ru-RU"/>
        </a:p>
      </dgm:t>
    </dgm:pt>
    <dgm:pt modelId="{5ADF70F8-3F52-4115-A1D4-F1124259AC24}" type="parTrans" cxnId="{7C446B83-B897-4BA7-86F3-71709C79FCCA}">
      <dgm:prSet/>
      <dgm:spPr/>
      <dgm:t>
        <a:bodyPr/>
        <a:lstStyle/>
        <a:p>
          <a:endParaRPr lang="ru-RU"/>
        </a:p>
      </dgm:t>
    </dgm:pt>
    <dgm:pt modelId="{8E2F2656-969E-4137-9B24-4E32C53FCC44}" type="sibTrans" cxnId="{7C446B83-B897-4BA7-86F3-71709C79FCCA}">
      <dgm:prSet/>
      <dgm:spPr/>
      <dgm:t>
        <a:bodyPr/>
        <a:lstStyle/>
        <a:p>
          <a:endParaRPr lang="ru-RU"/>
        </a:p>
      </dgm:t>
    </dgm:pt>
    <dgm:pt modelId="{F69148B1-7AD6-43E0-A567-84D23BA829CA}">
      <dgm:prSet/>
      <dgm:spPr/>
      <dgm:t>
        <a:bodyPr/>
        <a:lstStyle/>
        <a:p>
          <a:pPr rtl="0"/>
          <a:r>
            <a:rPr lang="ru-RU" b="1" dirty="0" smtClean="0"/>
            <a:t>Обновления и совместимость</a:t>
          </a:r>
          <a:r>
            <a:rPr lang="ru-RU" dirty="0" smtClean="0"/>
            <a:t> — при переходе на новую версию Bootstrap могут возникнуть проблемы с уже написанным кодом.</a:t>
          </a:r>
          <a:endParaRPr lang="ru-RU" dirty="0"/>
        </a:p>
      </dgm:t>
    </dgm:pt>
    <dgm:pt modelId="{0F4BCB41-022E-4A16-A49E-17B0C333A841}" type="parTrans" cxnId="{41A46082-7116-4871-ADC9-CE885A062A4F}">
      <dgm:prSet/>
      <dgm:spPr/>
      <dgm:t>
        <a:bodyPr/>
        <a:lstStyle/>
        <a:p>
          <a:endParaRPr lang="ru-RU"/>
        </a:p>
      </dgm:t>
    </dgm:pt>
    <dgm:pt modelId="{0806C99A-C906-4E63-8015-D54883A74883}" type="sibTrans" cxnId="{41A46082-7116-4871-ADC9-CE885A062A4F}">
      <dgm:prSet/>
      <dgm:spPr/>
      <dgm:t>
        <a:bodyPr/>
        <a:lstStyle/>
        <a:p>
          <a:endParaRPr lang="ru-RU"/>
        </a:p>
      </dgm:t>
    </dgm:pt>
    <dgm:pt modelId="{1E6F1FA6-D650-4F9C-882D-2D4B48203D6A}">
      <dgm:prSet/>
      <dgm:spPr/>
      <dgm:t>
        <a:bodyPr/>
        <a:lstStyle/>
        <a:p>
          <a:pPr rtl="0"/>
          <a:r>
            <a:rPr lang="ru-RU" b="1" smtClean="0"/>
            <a:t>Лишние HTTP-запросы</a:t>
          </a:r>
          <a:r>
            <a:rPr lang="ru-RU" smtClean="0"/>
            <a:t> — при подключении через CDN загружаются дополнительные файлы (CSS, JS).</a:t>
          </a:r>
          <a:endParaRPr lang="ru-RU"/>
        </a:p>
      </dgm:t>
    </dgm:pt>
    <dgm:pt modelId="{E0F28795-D1A0-4A3A-9106-2A148A10B695}" type="parTrans" cxnId="{228F750D-8352-4FB7-B5A7-6BE634E7C0F3}">
      <dgm:prSet/>
      <dgm:spPr/>
      <dgm:t>
        <a:bodyPr/>
        <a:lstStyle/>
        <a:p>
          <a:endParaRPr lang="ru-RU"/>
        </a:p>
      </dgm:t>
    </dgm:pt>
    <dgm:pt modelId="{B58F142B-0251-448A-8FD4-1848ABD3D1A0}" type="sibTrans" cxnId="{228F750D-8352-4FB7-B5A7-6BE634E7C0F3}">
      <dgm:prSet/>
      <dgm:spPr/>
      <dgm:t>
        <a:bodyPr/>
        <a:lstStyle/>
        <a:p>
          <a:endParaRPr lang="ru-RU"/>
        </a:p>
      </dgm:t>
    </dgm:pt>
    <dgm:pt modelId="{39281F5A-7A78-4DCA-AE28-1ADFE9BF3878}">
      <dgm:prSet/>
      <dgm:spPr/>
      <dgm:t>
        <a:bodyPr/>
        <a:lstStyle/>
        <a:p>
          <a:pPr rtl="0"/>
          <a:r>
            <a:rPr lang="ru-RU" b="1" smtClean="0"/>
            <a:t>Не всегда оптимален для мелких проектов</a:t>
          </a:r>
          <a:r>
            <a:rPr lang="ru-RU" smtClean="0"/>
            <a:t> — для простых одностраничных сайтов избыточен.</a:t>
          </a:r>
          <a:endParaRPr lang="ru-RU"/>
        </a:p>
      </dgm:t>
    </dgm:pt>
    <dgm:pt modelId="{9AD26318-EDDC-4C03-BE26-D4A5E4A2796C}" type="parTrans" cxnId="{C16693C7-B585-42DF-A726-7BD088051DE7}">
      <dgm:prSet/>
      <dgm:spPr/>
      <dgm:t>
        <a:bodyPr/>
        <a:lstStyle/>
        <a:p>
          <a:endParaRPr lang="ru-RU"/>
        </a:p>
      </dgm:t>
    </dgm:pt>
    <dgm:pt modelId="{51C46491-1E32-434D-83B0-D05953A74444}" type="sibTrans" cxnId="{C16693C7-B585-42DF-A726-7BD088051DE7}">
      <dgm:prSet/>
      <dgm:spPr/>
      <dgm:t>
        <a:bodyPr/>
        <a:lstStyle/>
        <a:p>
          <a:endParaRPr lang="ru-RU"/>
        </a:p>
      </dgm:t>
    </dgm:pt>
    <dgm:pt modelId="{541CA921-8668-46E0-8495-4CC4F226D008}" type="pres">
      <dgm:prSet presAssocID="{F7F4BEA0-E0E2-4CA6-9FFD-447FE9CEF4E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6068DE4-2C6A-4C5C-AB1C-536B12A42855}" type="pres">
      <dgm:prSet presAssocID="{E71B1993-EFD8-461B-8BC4-E0EF3C6B16DA}" presName="parentText" presStyleLbl="node1" presStyleIdx="0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C28DA2-4FCC-41F7-915C-4E6D4767C942}" type="pres">
      <dgm:prSet presAssocID="{4CB7196F-27C8-4C61-B1E6-3E184EA122DD}" presName="spacer" presStyleCnt="0"/>
      <dgm:spPr/>
    </dgm:pt>
    <dgm:pt modelId="{7CFDF3B2-5B4F-4FE9-B7C8-7BE9C91A91B3}" type="pres">
      <dgm:prSet presAssocID="{AE507B74-BF6D-409E-B085-D1EEA026DCDA}" presName="parentText" presStyleLbl="node1" presStyleIdx="1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894CB3-7EFF-4573-9905-DC473300D96F}" type="pres">
      <dgm:prSet presAssocID="{D8592319-6BBD-44CE-8613-0D847FA479C7}" presName="spacer" presStyleCnt="0"/>
      <dgm:spPr/>
    </dgm:pt>
    <dgm:pt modelId="{9E9060E3-313F-48B0-87E6-2C73815D7963}" type="pres">
      <dgm:prSet presAssocID="{83D499EF-21F0-45ED-94F0-189D527C1641}" presName="parentText" presStyleLbl="node1" presStyleIdx="2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06E1F64-22A8-4196-99C3-D356E49E7DDE}" type="pres">
      <dgm:prSet presAssocID="{621B0DBA-75D6-46AD-884D-0CA6DFA7063C}" presName="spacer" presStyleCnt="0"/>
      <dgm:spPr/>
    </dgm:pt>
    <dgm:pt modelId="{965FF3B5-0E36-4070-999A-E34D12B9720C}" type="pres">
      <dgm:prSet presAssocID="{6F3587A7-2E54-4D66-9B42-E575DEECEF82}" presName="parentText" presStyleLbl="node1" presStyleIdx="3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9E7616D-F440-4561-AB8F-A378005DA7B4}" type="pres">
      <dgm:prSet presAssocID="{DB10ADC7-59DE-4139-B4DE-D309235C46F7}" presName="spacer" presStyleCnt="0"/>
      <dgm:spPr/>
    </dgm:pt>
    <dgm:pt modelId="{3E28C438-C809-47B7-A18F-D8395C091326}" type="pres">
      <dgm:prSet presAssocID="{E55D36C9-91D6-4BCF-A916-0B1FDDCDF95E}" presName="parentText" presStyleLbl="node1" presStyleIdx="4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BA0D860-B5ED-453F-9C1B-DFE63338DB41}" type="pres">
      <dgm:prSet presAssocID="{970AE2C3-6968-4DD4-8F03-01C52DE28592}" presName="spacer" presStyleCnt="0"/>
      <dgm:spPr/>
    </dgm:pt>
    <dgm:pt modelId="{413A9FCE-F193-4A0B-B505-C5A424798C1A}" type="pres">
      <dgm:prSet presAssocID="{158D6651-6EEA-4285-8820-C284926AE0B0}" presName="parentText" presStyleLbl="node1" presStyleIdx="5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5EA48FD-73F6-4C45-AB36-299ADA927BCE}" type="pres">
      <dgm:prSet presAssocID="{BCE112B0-58AE-46F7-A3D6-0D14D5D18278}" presName="spacer" presStyleCnt="0"/>
      <dgm:spPr/>
    </dgm:pt>
    <dgm:pt modelId="{36F761A4-54AC-4CB2-88C3-9941E4615923}" type="pres">
      <dgm:prSet presAssocID="{E45F7A09-644F-45DD-8593-3BAC9C436711}" presName="parentText" presStyleLbl="node1" presStyleIdx="6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FDAC118-FB61-47DA-A168-F1E468724F44}" type="pres">
      <dgm:prSet presAssocID="{3361C919-CA1B-4092-BD5C-FE7636CB1125}" presName="spacer" presStyleCnt="0"/>
      <dgm:spPr/>
    </dgm:pt>
    <dgm:pt modelId="{AFF049F7-F2FC-4ADD-8E80-AF34DEE205AB}" type="pres">
      <dgm:prSet presAssocID="{C9B7EE4B-2AF5-4348-B475-5F2C6DB26AE5}" presName="parentText" presStyleLbl="node1" presStyleIdx="7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F8D95B9-5043-4BE3-8AA6-4308B6C2F4AB}" type="pres">
      <dgm:prSet presAssocID="{8E2F2656-969E-4137-9B24-4E32C53FCC44}" presName="spacer" presStyleCnt="0"/>
      <dgm:spPr/>
    </dgm:pt>
    <dgm:pt modelId="{6FAFBF03-E018-4823-8058-76C4E201BC7E}" type="pres">
      <dgm:prSet presAssocID="{F69148B1-7AD6-43E0-A567-84D23BA829CA}" presName="parentText" presStyleLbl="node1" presStyleIdx="8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CBA49BC-90DD-495E-B414-C5B7710C2B74}" type="pres">
      <dgm:prSet presAssocID="{0806C99A-C906-4E63-8015-D54883A74883}" presName="spacer" presStyleCnt="0"/>
      <dgm:spPr/>
    </dgm:pt>
    <dgm:pt modelId="{90151428-30B9-4815-B682-F2B25E23F34C}" type="pres">
      <dgm:prSet presAssocID="{1E6F1FA6-D650-4F9C-882D-2D4B48203D6A}" presName="parentText" presStyleLbl="node1" presStyleIdx="9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7B0287E-C6AD-49C6-A4ED-B7C06E5DC9FB}" type="pres">
      <dgm:prSet presAssocID="{B58F142B-0251-448A-8FD4-1848ABD3D1A0}" presName="spacer" presStyleCnt="0"/>
      <dgm:spPr/>
    </dgm:pt>
    <dgm:pt modelId="{D7839B4E-EF84-49B9-AB02-DFE70A8F228E}" type="pres">
      <dgm:prSet presAssocID="{39281F5A-7A78-4DCA-AE28-1ADFE9BF3878}" presName="parentText" presStyleLbl="node1" presStyleIdx="10" presStyleCnt="1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7BD763C-623A-4284-9034-BDD288AE2D28}" type="presOf" srcId="{E55D36C9-91D6-4BCF-A916-0B1FDDCDF95E}" destId="{3E28C438-C809-47B7-A18F-D8395C091326}" srcOrd="0" destOrd="0" presId="urn:microsoft.com/office/officeart/2005/8/layout/vList2"/>
    <dgm:cxn modelId="{41A46082-7116-4871-ADC9-CE885A062A4F}" srcId="{F7F4BEA0-E0E2-4CA6-9FFD-447FE9CEF4E4}" destId="{F69148B1-7AD6-43E0-A567-84D23BA829CA}" srcOrd="8" destOrd="0" parTransId="{0F4BCB41-022E-4A16-A49E-17B0C333A841}" sibTransId="{0806C99A-C906-4E63-8015-D54883A74883}"/>
    <dgm:cxn modelId="{351F8AC9-88AD-48CA-90B9-4DB957230490}" type="presOf" srcId="{F7F4BEA0-E0E2-4CA6-9FFD-447FE9CEF4E4}" destId="{541CA921-8668-46E0-8495-4CC4F226D008}" srcOrd="0" destOrd="0" presId="urn:microsoft.com/office/officeart/2005/8/layout/vList2"/>
    <dgm:cxn modelId="{49DFF645-D7FB-426F-8BE9-A7055C3FAB88}" type="presOf" srcId="{1E6F1FA6-D650-4F9C-882D-2D4B48203D6A}" destId="{90151428-30B9-4815-B682-F2B25E23F34C}" srcOrd="0" destOrd="0" presId="urn:microsoft.com/office/officeart/2005/8/layout/vList2"/>
    <dgm:cxn modelId="{753AC1E4-2B71-4C08-83FA-2654A91E8BB8}" srcId="{F7F4BEA0-E0E2-4CA6-9FFD-447FE9CEF4E4}" destId="{E55D36C9-91D6-4BCF-A916-0B1FDDCDF95E}" srcOrd="4" destOrd="0" parTransId="{74E459AE-012E-4397-9B8A-7654274D4067}" sibTransId="{970AE2C3-6968-4DD4-8F03-01C52DE28592}"/>
    <dgm:cxn modelId="{21477DFB-E8D3-4130-9E3E-C1C284AD61CF}" type="presOf" srcId="{E45F7A09-644F-45DD-8593-3BAC9C436711}" destId="{36F761A4-54AC-4CB2-88C3-9941E4615923}" srcOrd="0" destOrd="0" presId="urn:microsoft.com/office/officeart/2005/8/layout/vList2"/>
    <dgm:cxn modelId="{247A32F2-146B-476B-AF1A-8E176DDC52BD}" srcId="{F7F4BEA0-E0E2-4CA6-9FFD-447FE9CEF4E4}" destId="{83D499EF-21F0-45ED-94F0-189D527C1641}" srcOrd="2" destOrd="0" parTransId="{230CADA1-078C-4EA8-9A6C-5EA24EA84B73}" sibTransId="{621B0DBA-75D6-46AD-884D-0CA6DFA7063C}"/>
    <dgm:cxn modelId="{E9FE5E1C-03AA-4C23-A759-DA894BE73835}" srcId="{F7F4BEA0-E0E2-4CA6-9FFD-447FE9CEF4E4}" destId="{158D6651-6EEA-4285-8820-C284926AE0B0}" srcOrd="5" destOrd="0" parTransId="{417AB198-86C2-4D48-B485-28D05207865E}" sibTransId="{BCE112B0-58AE-46F7-A3D6-0D14D5D18278}"/>
    <dgm:cxn modelId="{9CFF64BF-5290-4933-8D3A-611DC837CEF3}" type="presOf" srcId="{F69148B1-7AD6-43E0-A567-84D23BA829CA}" destId="{6FAFBF03-E018-4823-8058-76C4E201BC7E}" srcOrd="0" destOrd="0" presId="urn:microsoft.com/office/officeart/2005/8/layout/vList2"/>
    <dgm:cxn modelId="{54ADCC48-CB1E-4A69-90C3-B982B17ACC44}" type="presOf" srcId="{158D6651-6EEA-4285-8820-C284926AE0B0}" destId="{413A9FCE-F193-4A0B-B505-C5A424798C1A}" srcOrd="0" destOrd="0" presId="urn:microsoft.com/office/officeart/2005/8/layout/vList2"/>
    <dgm:cxn modelId="{330209ED-52B8-4DBD-9C17-30A553735500}" type="presOf" srcId="{E71B1993-EFD8-461B-8BC4-E0EF3C6B16DA}" destId="{56068DE4-2C6A-4C5C-AB1C-536B12A42855}" srcOrd="0" destOrd="0" presId="urn:microsoft.com/office/officeart/2005/8/layout/vList2"/>
    <dgm:cxn modelId="{99B74F03-D666-4C1C-B8BC-73F70A222F7A}" srcId="{F7F4BEA0-E0E2-4CA6-9FFD-447FE9CEF4E4}" destId="{E71B1993-EFD8-461B-8BC4-E0EF3C6B16DA}" srcOrd="0" destOrd="0" parTransId="{F59DDA16-8BF3-42F3-9D2C-10C15EF46A7D}" sibTransId="{4CB7196F-27C8-4C61-B1E6-3E184EA122DD}"/>
    <dgm:cxn modelId="{533EEB87-B9D3-4330-901E-D47D5E5B58A6}" type="presOf" srcId="{6F3587A7-2E54-4D66-9B42-E575DEECEF82}" destId="{965FF3B5-0E36-4070-999A-E34D12B9720C}" srcOrd="0" destOrd="0" presId="urn:microsoft.com/office/officeart/2005/8/layout/vList2"/>
    <dgm:cxn modelId="{C4A89E7F-CE78-4984-A368-5AD7D2F77D68}" type="presOf" srcId="{39281F5A-7A78-4DCA-AE28-1ADFE9BF3878}" destId="{D7839B4E-EF84-49B9-AB02-DFE70A8F228E}" srcOrd="0" destOrd="0" presId="urn:microsoft.com/office/officeart/2005/8/layout/vList2"/>
    <dgm:cxn modelId="{D10A1467-7AAB-4BFE-803B-9B81834927E9}" srcId="{F7F4BEA0-E0E2-4CA6-9FFD-447FE9CEF4E4}" destId="{AE507B74-BF6D-409E-B085-D1EEA026DCDA}" srcOrd="1" destOrd="0" parTransId="{BCBE334A-8928-4B22-AB83-EFAC241E114A}" sibTransId="{D8592319-6BBD-44CE-8613-0D847FA479C7}"/>
    <dgm:cxn modelId="{DFF3B4A6-51D2-4D7F-976D-75DE386008C2}" srcId="{F7F4BEA0-E0E2-4CA6-9FFD-447FE9CEF4E4}" destId="{6F3587A7-2E54-4D66-9B42-E575DEECEF82}" srcOrd="3" destOrd="0" parTransId="{FDF6A25B-4771-4001-8E5D-0EFEC99A3456}" sibTransId="{DB10ADC7-59DE-4139-B4DE-D309235C46F7}"/>
    <dgm:cxn modelId="{C16693C7-B585-42DF-A726-7BD088051DE7}" srcId="{F7F4BEA0-E0E2-4CA6-9FFD-447FE9CEF4E4}" destId="{39281F5A-7A78-4DCA-AE28-1ADFE9BF3878}" srcOrd="10" destOrd="0" parTransId="{9AD26318-EDDC-4C03-BE26-D4A5E4A2796C}" sibTransId="{51C46491-1E32-434D-83B0-D05953A74444}"/>
    <dgm:cxn modelId="{7C446B83-B897-4BA7-86F3-71709C79FCCA}" srcId="{F7F4BEA0-E0E2-4CA6-9FFD-447FE9CEF4E4}" destId="{C9B7EE4B-2AF5-4348-B475-5F2C6DB26AE5}" srcOrd="7" destOrd="0" parTransId="{5ADF70F8-3F52-4115-A1D4-F1124259AC24}" sibTransId="{8E2F2656-969E-4137-9B24-4E32C53FCC44}"/>
    <dgm:cxn modelId="{60F63F84-5730-438C-8133-D0D7569AB13A}" type="presOf" srcId="{83D499EF-21F0-45ED-94F0-189D527C1641}" destId="{9E9060E3-313F-48B0-87E6-2C73815D7963}" srcOrd="0" destOrd="0" presId="urn:microsoft.com/office/officeart/2005/8/layout/vList2"/>
    <dgm:cxn modelId="{85CD37E5-081B-45E5-8E28-09845BE367D8}" type="presOf" srcId="{C9B7EE4B-2AF5-4348-B475-5F2C6DB26AE5}" destId="{AFF049F7-F2FC-4ADD-8E80-AF34DEE205AB}" srcOrd="0" destOrd="0" presId="urn:microsoft.com/office/officeart/2005/8/layout/vList2"/>
    <dgm:cxn modelId="{228F750D-8352-4FB7-B5A7-6BE634E7C0F3}" srcId="{F7F4BEA0-E0E2-4CA6-9FFD-447FE9CEF4E4}" destId="{1E6F1FA6-D650-4F9C-882D-2D4B48203D6A}" srcOrd="9" destOrd="0" parTransId="{E0F28795-D1A0-4A3A-9106-2A148A10B695}" sibTransId="{B58F142B-0251-448A-8FD4-1848ABD3D1A0}"/>
    <dgm:cxn modelId="{9DFF8D67-5657-4577-8860-12D81D485468}" type="presOf" srcId="{AE507B74-BF6D-409E-B085-D1EEA026DCDA}" destId="{7CFDF3B2-5B4F-4FE9-B7C8-7BE9C91A91B3}" srcOrd="0" destOrd="0" presId="urn:microsoft.com/office/officeart/2005/8/layout/vList2"/>
    <dgm:cxn modelId="{02BDD941-2D49-4EF4-A6DE-CD775CEC5C59}" srcId="{F7F4BEA0-E0E2-4CA6-9FFD-447FE9CEF4E4}" destId="{E45F7A09-644F-45DD-8593-3BAC9C436711}" srcOrd="6" destOrd="0" parTransId="{58661B47-9004-46F3-BAD5-7B0222FB27DD}" sibTransId="{3361C919-CA1B-4092-BD5C-FE7636CB1125}"/>
    <dgm:cxn modelId="{F6272D84-1002-42F3-BA5E-1AFF382A19AF}" type="presParOf" srcId="{541CA921-8668-46E0-8495-4CC4F226D008}" destId="{56068DE4-2C6A-4C5C-AB1C-536B12A42855}" srcOrd="0" destOrd="0" presId="urn:microsoft.com/office/officeart/2005/8/layout/vList2"/>
    <dgm:cxn modelId="{0F937FFA-CA09-4202-93CB-B54D5C0036E6}" type="presParOf" srcId="{541CA921-8668-46E0-8495-4CC4F226D008}" destId="{ABC28DA2-4FCC-41F7-915C-4E6D4767C942}" srcOrd="1" destOrd="0" presId="urn:microsoft.com/office/officeart/2005/8/layout/vList2"/>
    <dgm:cxn modelId="{CF31951D-82D4-43A1-A47C-A690F248DFC0}" type="presParOf" srcId="{541CA921-8668-46E0-8495-4CC4F226D008}" destId="{7CFDF3B2-5B4F-4FE9-B7C8-7BE9C91A91B3}" srcOrd="2" destOrd="0" presId="urn:microsoft.com/office/officeart/2005/8/layout/vList2"/>
    <dgm:cxn modelId="{2A2C97B8-1C8B-4E50-B9F1-7FE6B226AC06}" type="presParOf" srcId="{541CA921-8668-46E0-8495-4CC4F226D008}" destId="{1B894CB3-7EFF-4573-9905-DC473300D96F}" srcOrd="3" destOrd="0" presId="urn:microsoft.com/office/officeart/2005/8/layout/vList2"/>
    <dgm:cxn modelId="{7D87CDD3-998B-4709-B3BA-16E643ED441E}" type="presParOf" srcId="{541CA921-8668-46E0-8495-4CC4F226D008}" destId="{9E9060E3-313F-48B0-87E6-2C73815D7963}" srcOrd="4" destOrd="0" presId="urn:microsoft.com/office/officeart/2005/8/layout/vList2"/>
    <dgm:cxn modelId="{13872E57-A1CA-4C02-BEE0-5EEC64D08D7D}" type="presParOf" srcId="{541CA921-8668-46E0-8495-4CC4F226D008}" destId="{306E1F64-22A8-4196-99C3-D356E49E7DDE}" srcOrd="5" destOrd="0" presId="urn:microsoft.com/office/officeart/2005/8/layout/vList2"/>
    <dgm:cxn modelId="{9F244790-C877-46ED-B899-C5CDF29E322F}" type="presParOf" srcId="{541CA921-8668-46E0-8495-4CC4F226D008}" destId="{965FF3B5-0E36-4070-999A-E34D12B9720C}" srcOrd="6" destOrd="0" presId="urn:microsoft.com/office/officeart/2005/8/layout/vList2"/>
    <dgm:cxn modelId="{BA5BCC04-D355-4A34-B9FC-DEC98605E5DB}" type="presParOf" srcId="{541CA921-8668-46E0-8495-4CC4F226D008}" destId="{89E7616D-F440-4561-AB8F-A378005DA7B4}" srcOrd="7" destOrd="0" presId="urn:microsoft.com/office/officeart/2005/8/layout/vList2"/>
    <dgm:cxn modelId="{6D7734CE-DC40-4BFA-9D57-A7294D5DF964}" type="presParOf" srcId="{541CA921-8668-46E0-8495-4CC4F226D008}" destId="{3E28C438-C809-47B7-A18F-D8395C091326}" srcOrd="8" destOrd="0" presId="urn:microsoft.com/office/officeart/2005/8/layout/vList2"/>
    <dgm:cxn modelId="{93F8E9F6-04B3-4290-9652-7D341AAE7359}" type="presParOf" srcId="{541CA921-8668-46E0-8495-4CC4F226D008}" destId="{DBA0D860-B5ED-453F-9C1B-DFE63338DB41}" srcOrd="9" destOrd="0" presId="urn:microsoft.com/office/officeart/2005/8/layout/vList2"/>
    <dgm:cxn modelId="{789CFFB1-02D6-4E77-BFF1-FAA7D0DE098B}" type="presParOf" srcId="{541CA921-8668-46E0-8495-4CC4F226D008}" destId="{413A9FCE-F193-4A0B-B505-C5A424798C1A}" srcOrd="10" destOrd="0" presId="urn:microsoft.com/office/officeart/2005/8/layout/vList2"/>
    <dgm:cxn modelId="{6FE9B021-F53C-40A3-8962-2A57839A7CFB}" type="presParOf" srcId="{541CA921-8668-46E0-8495-4CC4F226D008}" destId="{45EA48FD-73F6-4C45-AB36-299ADA927BCE}" srcOrd="11" destOrd="0" presId="urn:microsoft.com/office/officeart/2005/8/layout/vList2"/>
    <dgm:cxn modelId="{15F5FB27-5D07-4E67-B771-7C1A6669102D}" type="presParOf" srcId="{541CA921-8668-46E0-8495-4CC4F226D008}" destId="{36F761A4-54AC-4CB2-88C3-9941E4615923}" srcOrd="12" destOrd="0" presId="urn:microsoft.com/office/officeart/2005/8/layout/vList2"/>
    <dgm:cxn modelId="{84D36E8A-BAAC-44FA-BFC5-AE091F10A424}" type="presParOf" srcId="{541CA921-8668-46E0-8495-4CC4F226D008}" destId="{CFDAC118-FB61-47DA-A168-F1E468724F44}" srcOrd="13" destOrd="0" presId="urn:microsoft.com/office/officeart/2005/8/layout/vList2"/>
    <dgm:cxn modelId="{CA9D1224-7D2B-4906-821D-166256BBB1BB}" type="presParOf" srcId="{541CA921-8668-46E0-8495-4CC4F226D008}" destId="{AFF049F7-F2FC-4ADD-8E80-AF34DEE205AB}" srcOrd="14" destOrd="0" presId="urn:microsoft.com/office/officeart/2005/8/layout/vList2"/>
    <dgm:cxn modelId="{CCDD722D-2486-443F-9511-DD365AD2B6E1}" type="presParOf" srcId="{541CA921-8668-46E0-8495-4CC4F226D008}" destId="{CF8D95B9-5043-4BE3-8AA6-4308B6C2F4AB}" srcOrd="15" destOrd="0" presId="urn:microsoft.com/office/officeart/2005/8/layout/vList2"/>
    <dgm:cxn modelId="{DE71E72D-E719-42D0-AC9F-E4A155837D19}" type="presParOf" srcId="{541CA921-8668-46E0-8495-4CC4F226D008}" destId="{6FAFBF03-E018-4823-8058-76C4E201BC7E}" srcOrd="16" destOrd="0" presId="urn:microsoft.com/office/officeart/2005/8/layout/vList2"/>
    <dgm:cxn modelId="{5AE680D3-5B9D-40EB-AA87-58F3CAC54A4F}" type="presParOf" srcId="{541CA921-8668-46E0-8495-4CC4F226D008}" destId="{1CBA49BC-90DD-495E-B414-C5B7710C2B74}" srcOrd="17" destOrd="0" presId="urn:microsoft.com/office/officeart/2005/8/layout/vList2"/>
    <dgm:cxn modelId="{556FAFA6-C3CE-469E-89CF-85C826445604}" type="presParOf" srcId="{541CA921-8668-46E0-8495-4CC4F226D008}" destId="{90151428-30B9-4815-B682-F2B25E23F34C}" srcOrd="18" destOrd="0" presId="urn:microsoft.com/office/officeart/2005/8/layout/vList2"/>
    <dgm:cxn modelId="{1327C270-5277-4FA1-8CFD-1B30F96B0164}" type="presParOf" srcId="{541CA921-8668-46E0-8495-4CC4F226D008}" destId="{F7B0287E-C6AD-49C6-A4ED-B7C06E5DC9FB}" srcOrd="19" destOrd="0" presId="urn:microsoft.com/office/officeart/2005/8/layout/vList2"/>
    <dgm:cxn modelId="{07625120-B9B8-4106-9384-1470CBD38D66}" type="presParOf" srcId="{541CA921-8668-46E0-8495-4CC4F226D008}" destId="{D7839B4E-EF84-49B9-AB02-DFE70A8F228E}" srcOrd="2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45832B-B4D1-4360-B383-3AFA2C4A0540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ru-RU"/>
        </a:p>
      </dgm:t>
    </dgm:pt>
    <dgm:pt modelId="{D5D875BD-65B0-45FE-9024-878C912283F4}">
      <dgm:prSet/>
      <dgm:spPr/>
      <dgm:t>
        <a:bodyPr/>
        <a:lstStyle/>
        <a:p>
          <a:pPr rtl="0"/>
          <a:r>
            <a:rPr lang="ru-RU" b="1" smtClean="0"/>
            <a:t>Шаблоны для типовых страниц:</a:t>
          </a:r>
          <a:endParaRPr lang="ru-RU"/>
        </a:p>
      </dgm:t>
    </dgm:pt>
    <dgm:pt modelId="{8E0848FE-E3F0-4B5A-A639-3E9E12B5DEC1}" type="parTrans" cxnId="{42232B91-B104-4289-87B2-4B3D080E4007}">
      <dgm:prSet/>
      <dgm:spPr/>
      <dgm:t>
        <a:bodyPr/>
        <a:lstStyle/>
        <a:p>
          <a:endParaRPr lang="ru-RU"/>
        </a:p>
      </dgm:t>
    </dgm:pt>
    <dgm:pt modelId="{78D84F8F-DEBA-41E5-B1DB-A089705BA40D}" type="sibTrans" cxnId="{42232B91-B104-4289-87B2-4B3D080E4007}">
      <dgm:prSet/>
      <dgm:spPr/>
      <dgm:t>
        <a:bodyPr/>
        <a:lstStyle/>
        <a:p>
          <a:endParaRPr lang="ru-RU"/>
        </a:p>
      </dgm:t>
    </dgm:pt>
    <dgm:pt modelId="{7806E40C-E679-43BF-9402-7A7575C7CDD2}">
      <dgm:prSet/>
      <dgm:spPr/>
      <dgm:t>
        <a:bodyPr/>
        <a:lstStyle/>
        <a:p>
          <a:pPr rtl="0"/>
          <a:r>
            <a:rPr lang="ru-RU" smtClean="0"/>
            <a:t>лендинги (с использованием компонентов «Heroes» — яркие блоки с призывом к действию);</a:t>
          </a:r>
          <a:endParaRPr lang="ru-RU"/>
        </a:p>
      </dgm:t>
    </dgm:pt>
    <dgm:pt modelId="{C0125040-4AD6-44F4-8603-86AA578E5AF8}" type="parTrans" cxnId="{58F6EFE0-C864-4CE9-A90B-79ED2FAD55BA}">
      <dgm:prSet/>
      <dgm:spPr/>
      <dgm:t>
        <a:bodyPr/>
        <a:lstStyle/>
        <a:p>
          <a:endParaRPr lang="ru-RU"/>
        </a:p>
      </dgm:t>
    </dgm:pt>
    <dgm:pt modelId="{B3E8F9E7-5A5D-4427-B0B3-2674B51B9DC3}" type="sibTrans" cxnId="{58F6EFE0-C864-4CE9-A90B-79ED2FAD55BA}">
      <dgm:prSet/>
      <dgm:spPr/>
      <dgm:t>
        <a:bodyPr/>
        <a:lstStyle/>
        <a:p>
          <a:endParaRPr lang="ru-RU"/>
        </a:p>
      </dgm:t>
    </dgm:pt>
    <dgm:pt modelId="{974F48AB-BCF7-4DA2-92CB-D7E821F926D6}">
      <dgm:prSet/>
      <dgm:spPr/>
      <dgm:t>
        <a:bodyPr/>
        <a:lstStyle/>
        <a:p>
          <a:pPr rtl="0"/>
          <a:r>
            <a:rPr lang="ru-RU" smtClean="0"/>
            <a:t>страницы с ценами («Pricing» — карточки с тарифами);</a:t>
          </a:r>
          <a:endParaRPr lang="ru-RU"/>
        </a:p>
      </dgm:t>
    </dgm:pt>
    <dgm:pt modelId="{32F5CCDE-52B5-4B9E-B78F-E9EE4950CFC6}" type="parTrans" cxnId="{AEBB344B-D52F-4188-9825-C546FA8E8475}">
      <dgm:prSet/>
      <dgm:spPr/>
      <dgm:t>
        <a:bodyPr/>
        <a:lstStyle/>
        <a:p>
          <a:endParaRPr lang="ru-RU"/>
        </a:p>
      </dgm:t>
    </dgm:pt>
    <dgm:pt modelId="{6AD0EF39-2F40-4A73-8618-DAA7D5C18FA4}" type="sibTrans" cxnId="{AEBB344B-D52F-4188-9825-C546FA8E8475}">
      <dgm:prSet/>
      <dgm:spPr/>
      <dgm:t>
        <a:bodyPr/>
        <a:lstStyle/>
        <a:p>
          <a:endParaRPr lang="ru-RU"/>
        </a:p>
      </dgm:t>
    </dgm:pt>
    <dgm:pt modelId="{102AEF02-C3E5-488A-8F0F-C0D6A151414A}">
      <dgm:prSet/>
      <dgm:spPr/>
      <dgm:t>
        <a:bodyPr/>
        <a:lstStyle/>
        <a:p>
          <a:pPr rtl="0"/>
          <a:r>
            <a:rPr lang="ru-RU" smtClean="0"/>
            <a:t>формы заказа («Checkout» — с валидацией полей);</a:t>
          </a:r>
          <a:endParaRPr lang="ru-RU"/>
        </a:p>
      </dgm:t>
    </dgm:pt>
    <dgm:pt modelId="{9B114C82-E0FD-44F0-9DA0-FBBB5C79058A}" type="parTrans" cxnId="{D1D02273-3EB1-4FFF-8E9A-2691135DBAD0}">
      <dgm:prSet/>
      <dgm:spPr/>
      <dgm:t>
        <a:bodyPr/>
        <a:lstStyle/>
        <a:p>
          <a:endParaRPr lang="ru-RU"/>
        </a:p>
      </dgm:t>
    </dgm:pt>
    <dgm:pt modelId="{0EE062B2-A6C7-4283-919D-B4D33348F903}" type="sibTrans" cxnId="{D1D02273-3EB1-4FFF-8E9A-2691135DBAD0}">
      <dgm:prSet/>
      <dgm:spPr/>
      <dgm:t>
        <a:bodyPr/>
        <a:lstStyle/>
        <a:p>
          <a:endParaRPr lang="ru-RU"/>
        </a:p>
      </dgm:t>
    </dgm:pt>
    <dgm:pt modelId="{4C30C518-66E9-4C9A-A87A-2F208F8B1037}">
      <dgm:prSet/>
      <dgm:spPr/>
      <dgm:t>
        <a:bodyPr/>
        <a:lstStyle/>
        <a:p>
          <a:pPr rtl="0"/>
          <a:r>
            <a:rPr lang="ru-RU" smtClean="0"/>
            <a:t>портфолио («Album» — одностраничный шаблон для фотогалереи);</a:t>
          </a:r>
          <a:endParaRPr lang="ru-RU"/>
        </a:p>
      </dgm:t>
    </dgm:pt>
    <dgm:pt modelId="{B03C9107-7BD0-42C3-A90D-72374736B0C2}" type="parTrans" cxnId="{D814757D-9EF7-48D0-9B26-0FBD2B13E6B5}">
      <dgm:prSet/>
      <dgm:spPr/>
      <dgm:t>
        <a:bodyPr/>
        <a:lstStyle/>
        <a:p>
          <a:endParaRPr lang="ru-RU"/>
        </a:p>
      </dgm:t>
    </dgm:pt>
    <dgm:pt modelId="{A59FCEB7-18CB-4E20-ACA5-1372FE14E549}" type="sibTrans" cxnId="{D814757D-9EF7-48D0-9B26-0FBD2B13E6B5}">
      <dgm:prSet/>
      <dgm:spPr/>
      <dgm:t>
        <a:bodyPr/>
        <a:lstStyle/>
        <a:p>
          <a:endParaRPr lang="ru-RU"/>
        </a:p>
      </dgm:t>
    </dgm:pt>
    <dgm:pt modelId="{61F4AD2E-A793-45C0-8656-249586FA9E75}">
      <dgm:prSet/>
      <dgm:spPr/>
      <dgm:t>
        <a:bodyPr/>
        <a:lstStyle/>
        <a:p>
          <a:pPr rtl="0"/>
          <a:r>
            <a:rPr lang="ru-RU" smtClean="0"/>
            <a:t>блоги («Blog» — макет с навигацией и выделенным контентом).</a:t>
          </a:r>
          <a:endParaRPr lang="ru-RU"/>
        </a:p>
      </dgm:t>
    </dgm:pt>
    <dgm:pt modelId="{56E020C0-4EA4-4BE8-B946-58E3BD7B1226}" type="parTrans" cxnId="{1746832F-5780-4AD0-988C-FDA92EE019B3}">
      <dgm:prSet/>
      <dgm:spPr/>
      <dgm:t>
        <a:bodyPr/>
        <a:lstStyle/>
        <a:p>
          <a:endParaRPr lang="ru-RU"/>
        </a:p>
      </dgm:t>
    </dgm:pt>
    <dgm:pt modelId="{2F2AF8E6-D741-4635-8C6D-C541DB29A02C}" type="sibTrans" cxnId="{1746832F-5780-4AD0-988C-FDA92EE019B3}">
      <dgm:prSet/>
      <dgm:spPr/>
      <dgm:t>
        <a:bodyPr/>
        <a:lstStyle/>
        <a:p>
          <a:endParaRPr lang="ru-RU"/>
        </a:p>
      </dgm:t>
    </dgm:pt>
    <dgm:pt modelId="{4EE2B223-809D-46B7-8B18-055C8F817E0D}">
      <dgm:prSet/>
      <dgm:spPr/>
      <dgm:t>
        <a:bodyPr/>
        <a:lstStyle/>
        <a:p>
          <a:pPr rtl="0"/>
          <a:r>
            <a:rPr lang="ru-RU" b="1" smtClean="0"/>
            <a:t>Компоненты UI:</a:t>
          </a:r>
          <a:endParaRPr lang="ru-RU"/>
        </a:p>
      </dgm:t>
    </dgm:pt>
    <dgm:pt modelId="{B54CC451-2660-4320-B93C-D21DAACA1F9C}" type="parTrans" cxnId="{D5D32EA5-F541-424D-B371-FF3BD5E0D36E}">
      <dgm:prSet/>
      <dgm:spPr/>
      <dgm:t>
        <a:bodyPr/>
        <a:lstStyle/>
        <a:p>
          <a:endParaRPr lang="ru-RU"/>
        </a:p>
      </dgm:t>
    </dgm:pt>
    <dgm:pt modelId="{FBD9F5BE-EAFB-4756-8CF5-2C4B1FDB30D9}" type="sibTrans" cxnId="{D5D32EA5-F541-424D-B371-FF3BD5E0D36E}">
      <dgm:prSet/>
      <dgm:spPr/>
      <dgm:t>
        <a:bodyPr/>
        <a:lstStyle/>
        <a:p>
          <a:endParaRPr lang="ru-RU"/>
        </a:p>
      </dgm:t>
    </dgm:pt>
    <dgm:pt modelId="{2FE8C0AF-1DF6-4839-9FE6-C8E5AE8CC6F0}">
      <dgm:prSet/>
      <dgm:spPr/>
      <dgm:t>
        <a:bodyPr/>
        <a:lstStyle/>
        <a:p>
          <a:pPr rtl="0"/>
          <a:r>
            <a:rPr lang="ru-RU" smtClean="0"/>
            <a:t>кнопки с разными состояниями («Buttons»);</a:t>
          </a:r>
          <a:endParaRPr lang="ru-RU"/>
        </a:p>
      </dgm:t>
    </dgm:pt>
    <dgm:pt modelId="{A58DFF21-467E-4DE7-82C8-308C2D3FB360}" type="parTrans" cxnId="{3DDD1000-1438-4C75-A141-50F00947EBD9}">
      <dgm:prSet/>
      <dgm:spPr/>
      <dgm:t>
        <a:bodyPr/>
        <a:lstStyle/>
        <a:p>
          <a:endParaRPr lang="ru-RU"/>
        </a:p>
      </dgm:t>
    </dgm:pt>
    <dgm:pt modelId="{545379D8-02A8-482D-9141-A3453D69D9D7}" type="sibTrans" cxnId="{3DDD1000-1438-4C75-A141-50F00947EBD9}">
      <dgm:prSet/>
      <dgm:spPr/>
      <dgm:t>
        <a:bodyPr/>
        <a:lstStyle/>
        <a:p>
          <a:endParaRPr lang="ru-RU"/>
        </a:p>
      </dgm:t>
    </dgm:pt>
    <dgm:pt modelId="{4D9FDD3A-2703-4475-823B-30D84F12CD3B}">
      <dgm:prSet/>
      <dgm:spPr/>
      <dgm:t>
        <a:bodyPr/>
        <a:lstStyle/>
        <a:p>
          <a:pPr rtl="0"/>
          <a:r>
            <a:rPr lang="ru-RU" smtClean="0"/>
            <a:t>навигационные панели («Navbars») — фиксированные или статические;</a:t>
          </a:r>
          <a:endParaRPr lang="ru-RU"/>
        </a:p>
      </dgm:t>
    </dgm:pt>
    <dgm:pt modelId="{3E200546-B980-46CA-8580-2B43FCA10AE5}" type="parTrans" cxnId="{5EC7B499-0F47-45D5-9F69-2DB3ACC72503}">
      <dgm:prSet/>
      <dgm:spPr/>
      <dgm:t>
        <a:bodyPr/>
        <a:lstStyle/>
        <a:p>
          <a:endParaRPr lang="ru-RU"/>
        </a:p>
      </dgm:t>
    </dgm:pt>
    <dgm:pt modelId="{817DDA11-90F1-4248-A021-3A8F50895B2D}" type="sibTrans" cxnId="{5EC7B499-0F47-45D5-9F69-2DB3ACC72503}">
      <dgm:prSet/>
      <dgm:spPr/>
      <dgm:t>
        <a:bodyPr/>
        <a:lstStyle/>
        <a:p>
          <a:endParaRPr lang="ru-RU"/>
        </a:p>
      </dgm:t>
    </dgm:pt>
    <dgm:pt modelId="{8E349A3E-1294-4B4C-8D06-189648031DBA}">
      <dgm:prSet/>
      <dgm:spPr/>
      <dgm:t>
        <a:bodyPr/>
        <a:lstStyle/>
        <a:p>
          <a:pPr rtl="0"/>
          <a:r>
            <a:rPr lang="ru-RU" smtClean="0"/>
            <a:t>модальные окна («Modals») для уведомлений или форм;</a:t>
          </a:r>
          <a:endParaRPr lang="ru-RU"/>
        </a:p>
      </dgm:t>
    </dgm:pt>
    <dgm:pt modelId="{F10BFCD9-274B-4C99-8286-BE493E54BDCE}" type="parTrans" cxnId="{D74FBB4D-0ED3-4BA3-B232-6E120B27FED3}">
      <dgm:prSet/>
      <dgm:spPr/>
      <dgm:t>
        <a:bodyPr/>
        <a:lstStyle/>
        <a:p>
          <a:endParaRPr lang="ru-RU"/>
        </a:p>
      </dgm:t>
    </dgm:pt>
    <dgm:pt modelId="{A1DCCDF0-8BE9-4987-835A-B6C6AA8A2E41}" type="sibTrans" cxnId="{D74FBB4D-0ED3-4BA3-B232-6E120B27FED3}">
      <dgm:prSet/>
      <dgm:spPr/>
      <dgm:t>
        <a:bodyPr/>
        <a:lstStyle/>
        <a:p>
          <a:endParaRPr lang="ru-RU"/>
        </a:p>
      </dgm:t>
    </dgm:pt>
    <dgm:pt modelId="{8FEA5967-AE68-412F-A5BA-8389CFDC10CC}">
      <dgm:prSet/>
      <dgm:spPr/>
      <dgm:t>
        <a:bodyPr/>
        <a:lstStyle/>
        <a:p>
          <a:pPr rtl="0"/>
          <a:r>
            <a:rPr lang="ru-RU" smtClean="0"/>
            <a:t>карусели («Carousel») для слайдеров;</a:t>
          </a:r>
          <a:endParaRPr lang="ru-RU"/>
        </a:p>
      </dgm:t>
    </dgm:pt>
    <dgm:pt modelId="{0D6239FA-F5AB-4F43-8010-92E42759BC3A}" type="parTrans" cxnId="{F6C2744C-A257-4CF2-8951-6A6238C92BD8}">
      <dgm:prSet/>
      <dgm:spPr/>
      <dgm:t>
        <a:bodyPr/>
        <a:lstStyle/>
        <a:p>
          <a:endParaRPr lang="ru-RU"/>
        </a:p>
      </dgm:t>
    </dgm:pt>
    <dgm:pt modelId="{66DAE13D-6B79-4008-8100-F277CD896C9C}" type="sibTrans" cxnId="{F6C2744C-A257-4CF2-8951-6A6238C92BD8}">
      <dgm:prSet/>
      <dgm:spPr/>
      <dgm:t>
        <a:bodyPr/>
        <a:lstStyle/>
        <a:p>
          <a:endParaRPr lang="ru-RU"/>
        </a:p>
      </dgm:t>
    </dgm:pt>
    <dgm:pt modelId="{FDC3905E-F58B-4E12-91BA-9EBAC41D99F3}">
      <dgm:prSet/>
      <dgm:spPr/>
      <dgm:t>
        <a:bodyPr/>
        <a:lstStyle/>
        <a:p>
          <a:pPr rtl="0"/>
          <a:r>
            <a:rPr lang="ru-RU" smtClean="0"/>
            <a:t>карточки («Cards») для отображения информации.</a:t>
          </a:r>
          <a:endParaRPr lang="ru-RU"/>
        </a:p>
      </dgm:t>
    </dgm:pt>
    <dgm:pt modelId="{7E7E4A96-E32D-4243-A9E5-3B5776CB7882}" type="parTrans" cxnId="{E08377CA-3FA9-410B-86EF-DD3C67116824}">
      <dgm:prSet/>
      <dgm:spPr/>
      <dgm:t>
        <a:bodyPr/>
        <a:lstStyle/>
        <a:p>
          <a:endParaRPr lang="ru-RU"/>
        </a:p>
      </dgm:t>
    </dgm:pt>
    <dgm:pt modelId="{C9640692-71E6-473C-996D-2A4339C1F73A}" type="sibTrans" cxnId="{E08377CA-3FA9-410B-86EF-DD3C67116824}">
      <dgm:prSet/>
      <dgm:spPr/>
      <dgm:t>
        <a:bodyPr/>
        <a:lstStyle/>
        <a:p>
          <a:endParaRPr lang="ru-RU"/>
        </a:p>
      </dgm:t>
    </dgm:pt>
    <dgm:pt modelId="{3D5E0CBB-94E9-49BA-A138-E1608F40F75E}">
      <dgm:prSet/>
      <dgm:spPr/>
      <dgm:t>
        <a:bodyPr/>
        <a:lstStyle/>
        <a:p>
          <a:pPr rtl="0"/>
          <a:r>
            <a:rPr lang="ru-RU" b="1" smtClean="0"/>
            <a:t>Макетные структуры:</a:t>
          </a:r>
          <a:endParaRPr lang="ru-RU"/>
        </a:p>
      </dgm:t>
    </dgm:pt>
    <dgm:pt modelId="{7B66C3B6-B2CD-44D5-A122-803E58CC3D04}" type="parTrans" cxnId="{F9B4D006-DDA0-4884-9AFF-5A6F78F3B2C7}">
      <dgm:prSet/>
      <dgm:spPr/>
      <dgm:t>
        <a:bodyPr/>
        <a:lstStyle/>
        <a:p>
          <a:endParaRPr lang="ru-RU"/>
        </a:p>
      </dgm:t>
    </dgm:pt>
    <dgm:pt modelId="{9DB68A86-EB75-4F9E-9B7C-81348BD78EE7}" type="sibTrans" cxnId="{F9B4D006-DDA0-4884-9AFF-5A6F78F3B2C7}">
      <dgm:prSet/>
      <dgm:spPr/>
      <dgm:t>
        <a:bodyPr/>
        <a:lstStyle/>
        <a:p>
          <a:endParaRPr lang="ru-RU"/>
        </a:p>
      </dgm:t>
    </dgm:pt>
    <dgm:pt modelId="{C4365522-3FD2-4889-AF3B-DD7B34106476}">
      <dgm:prSet/>
      <dgm:spPr/>
      <dgm:t>
        <a:bodyPr/>
        <a:lstStyle/>
        <a:p>
          <a:pPr rtl="0"/>
          <a:r>
            <a:rPr lang="ru-RU" smtClean="0"/>
            <a:t>сетка из 12 колонок («Grid») для размещения контента;</a:t>
          </a:r>
          <a:endParaRPr lang="ru-RU"/>
        </a:p>
      </dgm:t>
    </dgm:pt>
    <dgm:pt modelId="{2AFCA9A4-1627-427B-AD34-DB4B758583BF}" type="parTrans" cxnId="{BD9494BC-A6F1-4F9E-B8D1-408377C08BB8}">
      <dgm:prSet/>
      <dgm:spPr/>
      <dgm:t>
        <a:bodyPr/>
        <a:lstStyle/>
        <a:p>
          <a:endParaRPr lang="ru-RU"/>
        </a:p>
      </dgm:t>
    </dgm:pt>
    <dgm:pt modelId="{E9339A34-4C5F-4458-BE98-5831DBA41575}" type="sibTrans" cxnId="{BD9494BC-A6F1-4F9E-B8D1-408377C08BB8}">
      <dgm:prSet/>
      <dgm:spPr/>
      <dgm:t>
        <a:bodyPr/>
        <a:lstStyle/>
        <a:p>
          <a:endParaRPr lang="ru-RU"/>
        </a:p>
      </dgm:t>
    </dgm:pt>
    <dgm:pt modelId="{A5533238-0A09-4C81-9C89-6714ABDBC5EB}">
      <dgm:prSet/>
      <dgm:spPr/>
      <dgm:t>
        <a:bodyPr/>
        <a:lstStyle/>
        <a:p>
          <a:pPr rtl="0"/>
          <a:r>
            <a:rPr lang="ru-RU" smtClean="0"/>
            <a:t>боковые панели («Sidebars») для меню или дополнительных блоков;</a:t>
          </a:r>
          <a:endParaRPr lang="ru-RU"/>
        </a:p>
      </dgm:t>
    </dgm:pt>
    <dgm:pt modelId="{02EE6B69-635A-4CF0-ABE8-7FA5D3090063}" type="parTrans" cxnId="{D781845A-23BD-4504-B1E4-E87E559941FE}">
      <dgm:prSet/>
      <dgm:spPr/>
      <dgm:t>
        <a:bodyPr/>
        <a:lstStyle/>
        <a:p>
          <a:endParaRPr lang="ru-RU"/>
        </a:p>
      </dgm:t>
    </dgm:pt>
    <dgm:pt modelId="{DC541215-BC07-4854-BB3C-ACB3C28E4206}" type="sibTrans" cxnId="{D781845A-23BD-4504-B1E4-E87E559941FE}">
      <dgm:prSet/>
      <dgm:spPr/>
      <dgm:t>
        <a:bodyPr/>
        <a:lstStyle/>
        <a:p>
          <a:endParaRPr lang="ru-RU"/>
        </a:p>
      </dgm:t>
    </dgm:pt>
    <dgm:pt modelId="{58E1D4BB-EC5C-4D56-9DFB-E4EFEABB483F}">
      <dgm:prSet/>
      <dgm:spPr/>
      <dgm:t>
        <a:bodyPr/>
        <a:lstStyle/>
        <a:p>
          <a:pPr rtl="0"/>
          <a:r>
            <a:rPr lang="ru-RU" smtClean="0"/>
            <a:t>футеры («Footers») — прикреплённые к низу страницы.</a:t>
          </a:r>
          <a:endParaRPr lang="ru-RU"/>
        </a:p>
      </dgm:t>
    </dgm:pt>
    <dgm:pt modelId="{78C98192-734E-4AF0-93BA-6F54B0415D2F}" type="parTrans" cxnId="{6EA8996D-4096-49F4-A7E9-8EC9E60308DD}">
      <dgm:prSet/>
      <dgm:spPr/>
      <dgm:t>
        <a:bodyPr/>
        <a:lstStyle/>
        <a:p>
          <a:endParaRPr lang="ru-RU"/>
        </a:p>
      </dgm:t>
    </dgm:pt>
    <dgm:pt modelId="{C987EE08-1FF7-4119-BC7C-9B808463E2A0}" type="sibTrans" cxnId="{6EA8996D-4096-49F4-A7E9-8EC9E60308DD}">
      <dgm:prSet/>
      <dgm:spPr/>
      <dgm:t>
        <a:bodyPr/>
        <a:lstStyle/>
        <a:p>
          <a:endParaRPr lang="ru-RU"/>
        </a:p>
      </dgm:t>
    </dgm:pt>
    <dgm:pt modelId="{87CD11D0-F853-47B9-81F6-2B274354D228}">
      <dgm:prSet/>
      <dgm:spPr/>
      <dgm:t>
        <a:bodyPr/>
        <a:lstStyle/>
        <a:p>
          <a:pPr rtl="0"/>
          <a:r>
            <a:rPr lang="ru-RU" b="1" smtClean="0"/>
            <a:t>Административные панели:</a:t>
          </a:r>
          <a:endParaRPr lang="ru-RU"/>
        </a:p>
      </dgm:t>
    </dgm:pt>
    <dgm:pt modelId="{9D11D345-246E-4024-8766-B3AAEF18C2D5}" type="parTrans" cxnId="{293C9495-5C21-45F0-A65B-52362E90A750}">
      <dgm:prSet/>
      <dgm:spPr/>
      <dgm:t>
        <a:bodyPr/>
        <a:lstStyle/>
        <a:p>
          <a:endParaRPr lang="ru-RU"/>
        </a:p>
      </dgm:t>
    </dgm:pt>
    <dgm:pt modelId="{003762BC-BECA-40F4-ACB4-2F8D235C5527}" type="sibTrans" cxnId="{293C9495-5C21-45F0-A65B-52362E90A750}">
      <dgm:prSet/>
      <dgm:spPr/>
      <dgm:t>
        <a:bodyPr/>
        <a:lstStyle/>
        <a:p>
          <a:endParaRPr lang="ru-RU"/>
        </a:p>
      </dgm:t>
    </dgm:pt>
    <dgm:pt modelId="{B32BA89B-DC16-4E7E-9952-7789BE34858B}">
      <dgm:prSet/>
      <dgm:spPr/>
      <dgm:t>
        <a:bodyPr/>
        <a:lstStyle/>
        <a:p>
          <a:pPr rtl="0"/>
          <a:r>
            <a:rPr lang="ru-RU" smtClean="0"/>
            <a:t>оболочка панели администратора («Dashboard») с фиксированной боковой панелью;</a:t>
          </a:r>
          <a:endParaRPr lang="ru-RU"/>
        </a:p>
      </dgm:t>
    </dgm:pt>
    <dgm:pt modelId="{A2680850-89CB-45B6-92CF-8835392236C6}" type="parTrans" cxnId="{DC740226-86FF-4775-A61B-5ED873A15603}">
      <dgm:prSet/>
      <dgm:spPr/>
      <dgm:t>
        <a:bodyPr/>
        <a:lstStyle/>
        <a:p>
          <a:endParaRPr lang="ru-RU"/>
        </a:p>
      </dgm:t>
    </dgm:pt>
    <dgm:pt modelId="{1308198D-90A6-4B90-94FE-383959FACDA9}" type="sibTrans" cxnId="{DC740226-86FF-4775-A61B-5ED873A15603}">
      <dgm:prSet/>
      <dgm:spPr/>
      <dgm:t>
        <a:bodyPr/>
        <a:lstStyle/>
        <a:p>
          <a:endParaRPr lang="ru-RU"/>
        </a:p>
      </dgm:t>
    </dgm:pt>
    <dgm:pt modelId="{BC5FADB0-6CB2-4D69-8499-67E537E87D6A}">
      <dgm:prSet/>
      <dgm:spPr/>
      <dgm:t>
        <a:bodyPr/>
        <a:lstStyle/>
        <a:p>
          <a:pPr rtl="0"/>
          <a:r>
            <a:rPr lang="ru-RU" smtClean="0"/>
            <a:t>формы входа («Sign-in») с кастомным дизайном.</a:t>
          </a:r>
          <a:endParaRPr lang="ru-RU"/>
        </a:p>
      </dgm:t>
    </dgm:pt>
    <dgm:pt modelId="{5B788716-075A-4439-8F44-BC80EB478F99}" type="parTrans" cxnId="{A9C0965C-2460-4998-9916-2694B29C67BE}">
      <dgm:prSet/>
      <dgm:spPr/>
      <dgm:t>
        <a:bodyPr/>
        <a:lstStyle/>
        <a:p>
          <a:endParaRPr lang="ru-RU"/>
        </a:p>
      </dgm:t>
    </dgm:pt>
    <dgm:pt modelId="{81E20B16-59D6-4D2D-8214-6068756F46B1}" type="sibTrans" cxnId="{A9C0965C-2460-4998-9916-2694B29C67BE}">
      <dgm:prSet/>
      <dgm:spPr/>
      <dgm:t>
        <a:bodyPr/>
        <a:lstStyle/>
        <a:p>
          <a:endParaRPr lang="ru-RU"/>
        </a:p>
      </dgm:t>
    </dgm:pt>
    <dgm:pt modelId="{68A6BEAB-D88A-40F6-821A-1F610F54A537}">
      <dgm:prSet/>
      <dgm:spPr/>
      <dgm:t>
        <a:bodyPr/>
        <a:lstStyle/>
        <a:p>
          <a:pPr rtl="0"/>
          <a:r>
            <a:rPr lang="ru-RU" b="1" smtClean="0"/>
            <a:t>Специальные элементы:</a:t>
          </a:r>
          <a:endParaRPr lang="ru-RU"/>
        </a:p>
      </dgm:t>
    </dgm:pt>
    <dgm:pt modelId="{D921C163-70CF-4880-B550-6FF6EAAE2482}" type="parTrans" cxnId="{58097E8B-FFE0-47B8-A754-D5CDD59D5E5B}">
      <dgm:prSet/>
      <dgm:spPr/>
      <dgm:t>
        <a:bodyPr/>
        <a:lstStyle/>
        <a:p>
          <a:endParaRPr lang="ru-RU"/>
        </a:p>
      </dgm:t>
    </dgm:pt>
    <dgm:pt modelId="{D849F955-321B-4FD1-BC02-4F0B2290F06C}" type="sibTrans" cxnId="{58097E8B-FFE0-47B8-A754-D5CDD59D5E5B}">
      <dgm:prSet/>
      <dgm:spPr/>
      <dgm:t>
        <a:bodyPr/>
        <a:lstStyle/>
        <a:p>
          <a:endParaRPr lang="ru-RU"/>
        </a:p>
      </dgm:t>
    </dgm:pt>
    <dgm:pt modelId="{1DFBB5B8-34B2-46C0-8794-B54D6C9798B7}">
      <dgm:prSet/>
      <dgm:spPr/>
      <dgm:t>
        <a:bodyPr/>
        <a:lstStyle/>
        <a:p>
          <a:pPr rtl="0"/>
          <a:r>
            <a:rPr lang="ru-RU" smtClean="0"/>
            <a:t>«Jumbotron» — крупные блоки с текстом и призывом к действию;</a:t>
          </a:r>
          <a:endParaRPr lang="ru-RU"/>
        </a:p>
      </dgm:t>
    </dgm:pt>
    <dgm:pt modelId="{4234FF1D-2FE5-408A-B4EF-C355B3B34785}" type="parTrans" cxnId="{0087F30D-FD74-47DA-A7EF-C3F996D574B1}">
      <dgm:prSet/>
      <dgm:spPr/>
      <dgm:t>
        <a:bodyPr/>
        <a:lstStyle/>
        <a:p>
          <a:endParaRPr lang="ru-RU"/>
        </a:p>
      </dgm:t>
    </dgm:pt>
    <dgm:pt modelId="{BE3C24D8-4542-40FD-9E13-766D1978BB02}" type="sibTrans" cxnId="{0087F30D-FD74-47DA-A7EF-C3F996D574B1}">
      <dgm:prSet/>
      <dgm:spPr/>
      <dgm:t>
        <a:bodyPr/>
        <a:lstStyle/>
        <a:p>
          <a:endParaRPr lang="ru-RU"/>
        </a:p>
      </dgm:t>
    </dgm:pt>
    <dgm:pt modelId="{7FF299B1-C322-4214-B5D4-634C3304448B}">
      <dgm:prSet/>
      <dgm:spPr/>
      <dgm:t>
        <a:bodyPr/>
        <a:lstStyle/>
        <a:p>
          <a:pPr rtl="0"/>
          <a:r>
            <a:rPr lang="ru-RU" smtClean="0"/>
            <a:t>хлебные крошки («Breadcrumbs») для навигации по сайту;</a:t>
          </a:r>
          <a:endParaRPr lang="ru-RU"/>
        </a:p>
      </dgm:t>
    </dgm:pt>
    <dgm:pt modelId="{42AC3552-A2BE-46C1-A7C4-0D5943A6A2B9}" type="parTrans" cxnId="{B262004D-140B-4C38-8D57-8AFF6309D9AF}">
      <dgm:prSet/>
      <dgm:spPr/>
      <dgm:t>
        <a:bodyPr/>
        <a:lstStyle/>
        <a:p>
          <a:endParaRPr lang="ru-RU"/>
        </a:p>
      </dgm:t>
    </dgm:pt>
    <dgm:pt modelId="{E371BA99-1526-4693-9973-CBF307540051}" type="sibTrans" cxnId="{B262004D-140B-4C38-8D57-8AFF6309D9AF}">
      <dgm:prSet/>
      <dgm:spPr/>
      <dgm:t>
        <a:bodyPr/>
        <a:lstStyle/>
        <a:p>
          <a:endParaRPr lang="ru-RU"/>
        </a:p>
      </dgm:t>
    </dgm:pt>
    <dgm:pt modelId="{8B4E229B-AAE4-41E5-8F19-C9BF105A1181}">
      <dgm:prSet/>
      <dgm:spPr/>
      <dgm:t>
        <a:bodyPr/>
        <a:lstStyle/>
        <a:p>
          <a:pPr rtl="0"/>
          <a:r>
            <a:rPr lang="ru-RU" smtClean="0"/>
            <a:t>списки групп («List Groups») с настраиваемыми стилями;</a:t>
          </a:r>
          <a:endParaRPr lang="ru-RU"/>
        </a:p>
      </dgm:t>
    </dgm:pt>
    <dgm:pt modelId="{DA946B43-FB07-4509-BD34-85EE9382B6B4}" type="parTrans" cxnId="{AB3F8288-8CC9-419E-B744-A1927746ECAF}">
      <dgm:prSet/>
      <dgm:spPr/>
      <dgm:t>
        <a:bodyPr/>
        <a:lstStyle/>
        <a:p>
          <a:endParaRPr lang="ru-RU"/>
        </a:p>
      </dgm:t>
    </dgm:pt>
    <dgm:pt modelId="{4FAD1E78-47A4-4D85-9897-960A690C9BFA}" type="sibTrans" cxnId="{AB3F8288-8CC9-419E-B744-A1927746ECAF}">
      <dgm:prSet/>
      <dgm:spPr/>
      <dgm:t>
        <a:bodyPr/>
        <a:lstStyle/>
        <a:p>
          <a:endParaRPr lang="ru-RU"/>
        </a:p>
      </dgm:t>
    </dgm:pt>
    <dgm:pt modelId="{239BBE77-7384-461D-8214-371CD7032A82}">
      <dgm:prSet/>
      <dgm:spPr/>
      <dgm:t>
        <a:bodyPr/>
        <a:lstStyle/>
        <a:p>
          <a:pPr rtl="0"/>
          <a:r>
            <a:rPr lang="ru-RU" smtClean="0"/>
            <a:t>выпадающие списки («Dropdowns») с иконками и фильтрами.</a:t>
          </a:r>
          <a:endParaRPr lang="ru-RU"/>
        </a:p>
      </dgm:t>
    </dgm:pt>
    <dgm:pt modelId="{2AE15DC3-B43F-414F-8C4B-0A1107A39563}" type="parTrans" cxnId="{551CFD2B-5CB3-40CE-B797-74C53575838C}">
      <dgm:prSet/>
      <dgm:spPr/>
      <dgm:t>
        <a:bodyPr/>
        <a:lstStyle/>
        <a:p>
          <a:endParaRPr lang="ru-RU"/>
        </a:p>
      </dgm:t>
    </dgm:pt>
    <dgm:pt modelId="{11C598C4-C693-4F1F-8F2D-528AD231527E}" type="sibTrans" cxnId="{551CFD2B-5CB3-40CE-B797-74C53575838C}">
      <dgm:prSet/>
      <dgm:spPr/>
      <dgm:t>
        <a:bodyPr/>
        <a:lstStyle/>
        <a:p>
          <a:endParaRPr lang="ru-RU"/>
        </a:p>
      </dgm:t>
    </dgm:pt>
    <dgm:pt modelId="{3AB52FA2-BD15-4F83-BB89-C8547EB94AD2}">
      <dgm:prSet/>
      <dgm:spPr/>
      <dgm:t>
        <a:bodyPr/>
        <a:lstStyle/>
        <a:p>
          <a:pPr rtl="0"/>
          <a:r>
            <a:rPr lang="ru-RU" b="1" smtClean="0"/>
            <a:t>Адаптивные решения:</a:t>
          </a:r>
          <a:endParaRPr lang="ru-RU"/>
        </a:p>
      </dgm:t>
    </dgm:pt>
    <dgm:pt modelId="{19EC77A3-80FA-4E4D-90B8-30D313F9A673}" type="parTrans" cxnId="{D45F3C13-F76F-4FBF-920C-F7202F05E4EB}">
      <dgm:prSet/>
      <dgm:spPr/>
      <dgm:t>
        <a:bodyPr/>
        <a:lstStyle/>
        <a:p>
          <a:endParaRPr lang="ru-RU"/>
        </a:p>
      </dgm:t>
    </dgm:pt>
    <dgm:pt modelId="{6E097309-C67F-458E-8EB2-C3BC5BF8383A}" type="sibTrans" cxnId="{D45F3C13-F76F-4FBF-920C-F7202F05E4EB}">
      <dgm:prSet/>
      <dgm:spPr/>
      <dgm:t>
        <a:bodyPr/>
        <a:lstStyle/>
        <a:p>
          <a:endParaRPr lang="ru-RU"/>
        </a:p>
      </dgm:t>
    </dgm:pt>
    <dgm:pt modelId="{9DBA8D80-F868-46CA-A5FE-C21783677155}">
      <dgm:prSet/>
      <dgm:spPr/>
      <dgm:t>
        <a:bodyPr/>
        <a:lstStyle/>
        <a:p>
          <a:pPr rtl="0"/>
          <a:r>
            <a:rPr lang="ru-RU" smtClean="0"/>
            <a:t>панели навигации с «offcanvas» (выезжающее меню);</a:t>
          </a:r>
          <a:endParaRPr lang="ru-RU"/>
        </a:p>
      </dgm:t>
    </dgm:pt>
    <dgm:pt modelId="{B389C8D2-DE0B-42C3-A7A8-C57A76F2E152}" type="parTrans" cxnId="{994A151B-BAB5-41D8-8900-943B13C240C7}">
      <dgm:prSet/>
      <dgm:spPr/>
      <dgm:t>
        <a:bodyPr/>
        <a:lstStyle/>
        <a:p>
          <a:endParaRPr lang="ru-RU"/>
        </a:p>
      </dgm:t>
    </dgm:pt>
    <dgm:pt modelId="{C7FC472B-7A93-466C-9331-F7C66DE836F4}" type="sibTrans" cxnId="{994A151B-BAB5-41D8-8900-943B13C240C7}">
      <dgm:prSet/>
      <dgm:spPr/>
      <dgm:t>
        <a:bodyPr/>
        <a:lstStyle/>
        <a:p>
          <a:endParaRPr lang="ru-RU"/>
        </a:p>
      </dgm:t>
    </dgm:pt>
    <dgm:pt modelId="{E70DC234-8448-403A-9ED4-C4A5E9922B29}">
      <dgm:prSet/>
      <dgm:spPr/>
      <dgm:t>
        <a:bodyPr/>
        <a:lstStyle/>
        <a:p>
          <a:pPr rtl="0"/>
          <a:r>
            <a:rPr lang="ru-RU" smtClean="0"/>
            <a:t>статические и фиксированные верхние панели навигации;</a:t>
          </a:r>
          <a:endParaRPr lang="ru-RU"/>
        </a:p>
      </dgm:t>
    </dgm:pt>
    <dgm:pt modelId="{57185754-61D7-4C50-90A9-0394A58F5059}" type="parTrans" cxnId="{0022E737-13D9-4EA5-9422-54BC745317C2}">
      <dgm:prSet/>
      <dgm:spPr/>
      <dgm:t>
        <a:bodyPr/>
        <a:lstStyle/>
        <a:p>
          <a:endParaRPr lang="ru-RU"/>
        </a:p>
      </dgm:t>
    </dgm:pt>
    <dgm:pt modelId="{C04BBF24-F357-4B1A-8D98-331785D1747C}" type="sibTrans" cxnId="{0022E737-13D9-4EA5-9422-54BC745317C2}">
      <dgm:prSet/>
      <dgm:spPr/>
      <dgm:t>
        <a:bodyPr/>
        <a:lstStyle/>
        <a:p>
          <a:endParaRPr lang="ru-RU"/>
        </a:p>
      </dgm:t>
    </dgm:pt>
    <dgm:pt modelId="{EE5C2895-893E-4853-9C0B-8D077F519F78}">
      <dgm:prSet/>
      <dgm:spPr/>
      <dgm:t>
        <a:bodyPr/>
        <a:lstStyle/>
        <a:p>
          <a:pPr rtl="0"/>
          <a:r>
            <a:rPr lang="ru-RU" smtClean="0"/>
            <a:t>нижние панели навигации с дополнительным контентом.</a:t>
          </a:r>
          <a:endParaRPr lang="ru-RU"/>
        </a:p>
      </dgm:t>
    </dgm:pt>
    <dgm:pt modelId="{34C967BB-33BD-4DB1-9BE8-A4F2DF184A23}" type="parTrans" cxnId="{FB8F0149-061F-4931-903C-96FA6AFB93C6}">
      <dgm:prSet/>
      <dgm:spPr/>
      <dgm:t>
        <a:bodyPr/>
        <a:lstStyle/>
        <a:p>
          <a:endParaRPr lang="ru-RU"/>
        </a:p>
      </dgm:t>
    </dgm:pt>
    <dgm:pt modelId="{7B9C4B3B-EF12-4F2E-BBAF-FC29919A73B1}" type="sibTrans" cxnId="{FB8F0149-061F-4931-903C-96FA6AFB93C6}">
      <dgm:prSet/>
      <dgm:spPr/>
      <dgm:t>
        <a:bodyPr/>
        <a:lstStyle/>
        <a:p>
          <a:endParaRPr lang="ru-RU"/>
        </a:p>
      </dgm:t>
    </dgm:pt>
    <dgm:pt modelId="{EB0DDF4A-D360-4421-9491-10501CA55132}">
      <dgm:prSet/>
      <dgm:spPr/>
      <dgm:t>
        <a:bodyPr/>
        <a:lstStyle/>
        <a:p>
          <a:pPr rtl="0"/>
          <a:r>
            <a:rPr lang="ru-RU" b="1" smtClean="0"/>
            <a:t>Интеграции:</a:t>
          </a:r>
          <a:endParaRPr lang="ru-RU"/>
        </a:p>
      </dgm:t>
    </dgm:pt>
    <dgm:pt modelId="{223B65D0-21A8-4D7D-B001-A94C05D09FD6}" type="parTrans" cxnId="{42228661-9AB1-4F2E-9AB2-993E1A69D094}">
      <dgm:prSet/>
      <dgm:spPr/>
      <dgm:t>
        <a:bodyPr/>
        <a:lstStyle/>
        <a:p>
          <a:endParaRPr lang="ru-RU"/>
        </a:p>
      </dgm:t>
    </dgm:pt>
    <dgm:pt modelId="{067B72B5-5685-48A8-91DD-B40D82BFB1FD}" type="sibTrans" cxnId="{42228661-9AB1-4F2E-9AB2-993E1A69D094}">
      <dgm:prSet/>
      <dgm:spPr/>
      <dgm:t>
        <a:bodyPr/>
        <a:lstStyle/>
        <a:p>
          <a:endParaRPr lang="ru-RU"/>
        </a:p>
      </dgm:t>
    </dgm:pt>
    <dgm:pt modelId="{ACDF71EA-DB44-4993-BD68-17AFE9B8B77D}">
      <dgm:prSet/>
      <dgm:spPr/>
      <dgm:t>
        <a:bodyPr/>
        <a:lstStyle/>
        <a:p>
          <a:pPr rtl="0"/>
          <a:r>
            <a:rPr lang="ru-RU" dirty="0" smtClean="0"/>
            <a:t>сочетание сетки Bootstrap с макетом </a:t>
          </a:r>
          <a:r>
            <a:rPr lang="ru-RU" dirty="0" err="1" smtClean="0"/>
            <a:t>Masonry</a:t>
          </a:r>
          <a:r>
            <a:rPr lang="ru-RU" dirty="0" smtClean="0"/>
            <a:t>;</a:t>
          </a:r>
          <a:endParaRPr lang="ru-RU" dirty="0"/>
        </a:p>
      </dgm:t>
    </dgm:pt>
    <dgm:pt modelId="{59837030-0728-4A0A-BD77-75E863E93801}" type="parTrans" cxnId="{208168FB-7B76-44D2-971C-32061C6EF603}">
      <dgm:prSet/>
      <dgm:spPr/>
      <dgm:t>
        <a:bodyPr/>
        <a:lstStyle/>
        <a:p>
          <a:endParaRPr lang="ru-RU"/>
        </a:p>
      </dgm:t>
    </dgm:pt>
    <dgm:pt modelId="{585AC4BB-3385-4A85-9CAD-A726FCD83869}" type="sibTrans" cxnId="{208168FB-7B76-44D2-971C-32061C6EF603}">
      <dgm:prSet/>
      <dgm:spPr/>
      <dgm:t>
        <a:bodyPr/>
        <a:lstStyle/>
        <a:p>
          <a:endParaRPr lang="ru-RU"/>
        </a:p>
      </dgm:t>
    </dgm:pt>
    <dgm:pt modelId="{DB13E255-7E91-4381-B3F0-02871709EAC4}">
      <dgm:prSet/>
      <dgm:spPr/>
      <dgm:t>
        <a:bodyPr/>
        <a:lstStyle/>
        <a:p>
          <a:pPr rtl="0"/>
          <a:r>
            <a:rPr lang="ru-RU" smtClean="0"/>
            <a:t>RTL-версии компонентов (для языков с правосторонним чтением).</a:t>
          </a:r>
          <a:endParaRPr lang="ru-RU"/>
        </a:p>
      </dgm:t>
    </dgm:pt>
    <dgm:pt modelId="{6A7AB905-AE61-44A4-AD20-0043B7BAD096}" type="parTrans" cxnId="{ABD48C63-44DD-4AD2-8D65-82420E4E22E3}">
      <dgm:prSet/>
      <dgm:spPr/>
      <dgm:t>
        <a:bodyPr/>
        <a:lstStyle/>
        <a:p>
          <a:endParaRPr lang="ru-RU"/>
        </a:p>
      </dgm:t>
    </dgm:pt>
    <dgm:pt modelId="{4C1FD44B-73B5-49E4-B5F3-6688551C0240}" type="sibTrans" cxnId="{ABD48C63-44DD-4AD2-8D65-82420E4E22E3}">
      <dgm:prSet/>
      <dgm:spPr/>
      <dgm:t>
        <a:bodyPr/>
        <a:lstStyle/>
        <a:p>
          <a:endParaRPr lang="ru-RU"/>
        </a:p>
      </dgm:t>
    </dgm:pt>
    <dgm:pt modelId="{CC3479E2-6B7F-42E5-AD0F-764070F8D877}">
      <dgm:prSet/>
      <dgm:spPr/>
      <dgm:t>
        <a:bodyPr/>
        <a:lstStyle/>
        <a:p>
          <a:pPr rtl="0"/>
          <a:r>
            <a:rPr lang="ru-RU" b="1" smtClean="0"/>
            <a:t>Прототипирование:</a:t>
          </a:r>
          <a:endParaRPr lang="ru-RU"/>
        </a:p>
      </dgm:t>
    </dgm:pt>
    <dgm:pt modelId="{160843DE-9F73-4D56-8BA3-6C797668607E}" type="parTrans" cxnId="{D5DDB336-22A9-4960-B459-BA3C16FF5CB5}">
      <dgm:prSet/>
      <dgm:spPr/>
      <dgm:t>
        <a:bodyPr/>
        <a:lstStyle/>
        <a:p>
          <a:endParaRPr lang="ru-RU"/>
        </a:p>
      </dgm:t>
    </dgm:pt>
    <dgm:pt modelId="{F9A80193-1706-4B55-9D67-C2FDA5A3E224}" type="sibTrans" cxnId="{D5DDB336-22A9-4960-B459-BA3C16FF5CB5}">
      <dgm:prSet/>
      <dgm:spPr/>
      <dgm:t>
        <a:bodyPr/>
        <a:lstStyle/>
        <a:p>
          <a:endParaRPr lang="ru-RU"/>
        </a:p>
      </dgm:t>
    </dgm:pt>
    <dgm:pt modelId="{D73DDCAE-4359-4D99-9194-8BD7E7CA2D87}">
      <dgm:prSet/>
      <dgm:spPr/>
      <dgm:t>
        <a:bodyPr/>
        <a:lstStyle/>
        <a:p>
          <a:pPr rtl="0"/>
          <a:r>
            <a:rPr lang="ru-RU" smtClean="0"/>
            <a:t>стартовый шаблон («Starter template») с базовым CSS и JavaScript;</a:t>
          </a:r>
          <a:endParaRPr lang="ru-RU"/>
        </a:p>
      </dgm:t>
    </dgm:pt>
    <dgm:pt modelId="{B44ED5A0-77B2-4419-8E2C-7AD51333FD05}" type="parTrans" cxnId="{4445DC90-F084-404E-A31C-C5E7296FEBA0}">
      <dgm:prSet/>
      <dgm:spPr/>
      <dgm:t>
        <a:bodyPr/>
        <a:lstStyle/>
        <a:p>
          <a:endParaRPr lang="ru-RU"/>
        </a:p>
      </dgm:t>
    </dgm:pt>
    <dgm:pt modelId="{6B3B02C7-C78F-4187-8261-E84B45E4D635}" type="sibTrans" cxnId="{4445DC90-F084-404E-A31C-C5E7296FEBA0}">
      <dgm:prSet/>
      <dgm:spPr/>
      <dgm:t>
        <a:bodyPr/>
        <a:lstStyle/>
        <a:p>
          <a:endParaRPr lang="ru-RU"/>
        </a:p>
      </dgm:t>
    </dgm:pt>
    <dgm:pt modelId="{0D087720-BFD9-4E07-B9C8-E9C87E3F031E}">
      <dgm:prSet/>
      <dgm:spPr/>
      <dgm:t>
        <a:bodyPr/>
        <a:lstStyle/>
        <a:p>
          <a:pPr rtl="0"/>
          <a:r>
            <a:rPr lang="ru-RU" smtClean="0"/>
            <a:t>шпаргалка компонентов («Cheatsheet») для быстрого ознакомления.</a:t>
          </a:r>
          <a:endParaRPr lang="ru-RU"/>
        </a:p>
      </dgm:t>
    </dgm:pt>
    <dgm:pt modelId="{30AC7C40-2BD8-43D3-8804-61D8F7775692}" type="parTrans" cxnId="{98200E97-444D-42D6-854F-B3C4D8042D2E}">
      <dgm:prSet/>
      <dgm:spPr/>
      <dgm:t>
        <a:bodyPr/>
        <a:lstStyle/>
        <a:p>
          <a:endParaRPr lang="ru-RU"/>
        </a:p>
      </dgm:t>
    </dgm:pt>
    <dgm:pt modelId="{77F6C84A-98BE-4242-A566-45E47694DB28}" type="sibTrans" cxnId="{98200E97-444D-42D6-854F-B3C4D8042D2E}">
      <dgm:prSet/>
      <dgm:spPr/>
      <dgm:t>
        <a:bodyPr/>
        <a:lstStyle/>
        <a:p>
          <a:endParaRPr lang="ru-RU"/>
        </a:p>
      </dgm:t>
    </dgm:pt>
    <dgm:pt modelId="{12BBEEAC-5181-4A10-B61E-98998D1642EC}" type="pres">
      <dgm:prSet presAssocID="{9145832B-B4D1-4360-B383-3AFA2C4A054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4FAB437-14BD-43CB-A61B-AB14AD169F23}" type="pres">
      <dgm:prSet presAssocID="{D5D875BD-65B0-45FE-9024-878C912283F4}" presName="composite" presStyleCnt="0"/>
      <dgm:spPr/>
    </dgm:pt>
    <dgm:pt modelId="{DAA325CF-844D-4C78-807B-4C2CF14AFA2D}" type="pres">
      <dgm:prSet presAssocID="{D5D875BD-65B0-45FE-9024-878C912283F4}" presName="parTx" presStyleLbl="alignNode1" presStyleIdx="0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4BB05B-BEBB-4954-8C37-7C32F44D88B7}" type="pres">
      <dgm:prSet presAssocID="{D5D875BD-65B0-45FE-9024-878C912283F4}" presName="desTx" presStyleLbl="alignAccFollowNode1" presStyleIdx="0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832C91-6541-4487-AD48-AF67CEA48E1E}" type="pres">
      <dgm:prSet presAssocID="{78D84F8F-DEBA-41E5-B1DB-A089705BA40D}" presName="space" presStyleCnt="0"/>
      <dgm:spPr/>
    </dgm:pt>
    <dgm:pt modelId="{B8C130AB-6B9B-426F-ADF8-D59F85880C60}" type="pres">
      <dgm:prSet presAssocID="{4EE2B223-809D-46B7-8B18-055C8F817E0D}" presName="composite" presStyleCnt="0"/>
      <dgm:spPr/>
    </dgm:pt>
    <dgm:pt modelId="{C384BA57-A49C-424B-89FE-BDA6B445B482}" type="pres">
      <dgm:prSet presAssocID="{4EE2B223-809D-46B7-8B18-055C8F817E0D}" presName="parTx" presStyleLbl="alignNode1" presStyleIdx="1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5623F3-FFCD-412D-AF81-1B1B05B35CDF}" type="pres">
      <dgm:prSet presAssocID="{4EE2B223-809D-46B7-8B18-055C8F817E0D}" presName="desTx" presStyleLbl="alignAccFollowNode1" presStyleIdx="1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BE0546E-2B35-4127-8514-742A962BAE2F}" type="pres">
      <dgm:prSet presAssocID="{FBD9F5BE-EAFB-4756-8CF5-2C4B1FDB30D9}" presName="space" presStyleCnt="0"/>
      <dgm:spPr/>
    </dgm:pt>
    <dgm:pt modelId="{C0715883-8F58-444B-BE59-8CE37FBA46E6}" type="pres">
      <dgm:prSet presAssocID="{3D5E0CBB-94E9-49BA-A138-E1608F40F75E}" presName="composite" presStyleCnt="0"/>
      <dgm:spPr/>
    </dgm:pt>
    <dgm:pt modelId="{5E171FD3-AB93-41FD-94FD-1E3EDAB7CE10}" type="pres">
      <dgm:prSet presAssocID="{3D5E0CBB-94E9-49BA-A138-E1608F40F75E}" presName="parTx" presStyleLbl="alignNode1" presStyleIdx="2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FB938D1-579B-4CF4-97CA-202610736946}" type="pres">
      <dgm:prSet presAssocID="{3D5E0CBB-94E9-49BA-A138-E1608F40F75E}" presName="desTx" presStyleLbl="alignAccFollowNode1" presStyleIdx="2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36E271-621F-43FF-ACAE-10E13D234126}" type="pres">
      <dgm:prSet presAssocID="{9DB68A86-EB75-4F9E-9B7C-81348BD78EE7}" presName="space" presStyleCnt="0"/>
      <dgm:spPr/>
    </dgm:pt>
    <dgm:pt modelId="{B49120A5-05C9-4BD7-BE9A-2D3338786CDC}" type="pres">
      <dgm:prSet presAssocID="{87CD11D0-F853-47B9-81F6-2B274354D228}" presName="composite" presStyleCnt="0"/>
      <dgm:spPr/>
    </dgm:pt>
    <dgm:pt modelId="{FA873F0A-4E74-416D-A0E5-295B50054F6F}" type="pres">
      <dgm:prSet presAssocID="{87CD11D0-F853-47B9-81F6-2B274354D228}" presName="parTx" presStyleLbl="alignNode1" presStyleIdx="3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E3E0D8-5A14-436C-8C10-3A509B4DD747}" type="pres">
      <dgm:prSet presAssocID="{87CD11D0-F853-47B9-81F6-2B274354D228}" presName="desTx" presStyleLbl="alignAccFollowNode1" presStyleIdx="3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F9291DA-F6E5-4F9E-908B-9011CFEEE369}" type="pres">
      <dgm:prSet presAssocID="{003762BC-BECA-40F4-ACB4-2F8D235C5527}" presName="space" presStyleCnt="0"/>
      <dgm:spPr/>
    </dgm:pt>
    <dgm:pt modelId="{6326CEDC-896D-4C81-AF73-5A33293BEA4B}" type="pres">
      <dgm:prSet presAssocID="{68A6BEAB-D88A-40F6-821A-1F610F54A537}" presName="composite" presStyleCnt="0"/>
      <dgm:spPr/>
    </dgm:pt>
    <dgm:pt modelId="{63A8420C-F183-490D-9F39-E332FD20F9C5}" type="pres">
      <dgm:prSet presAssocID="{68A6BEAB-D88A-40F6-821A-1F610F54A537}" presName="parTx" presStyleLbl="alignNode1" presStyleIdx="4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7118C87-CABF-43F6-AD53-6962DF2DC316}" type="pres">
      <dgm:prSet presAssocID="{68A6BEAB-D88A-40F6-821A-1F610F54A537}" presName="desTx" presStyleLbl="alignAccFollowNode1" presStyleIdx="4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8DC6DC-BBC4-41EC-B40D-48F97F3707CA}" type="pres">
      <dgm:prSet presAssocID="{D849F955-321B-4FD1-BC02-4F0B2290F06C}" presName="space" presStyleCnt="0"/>
      <dgm:spPr/>
    </dgm:pt>
    <dgm:pt modelId="{526AD9B3-1E95-489D-95F1-29E39A4CBAC0}" type="pres">
      <dgm:prSet presAssocID="{3AB52FA2-BD15-4F83-BB89-C8547EB94AD2}" presName="composite" presStyleCnt="0"/>
      <dgm:spPr/>
    </dgm:pt>
    <dgm:pt modelId="{72930272-3FC6-4DA9-8752-5B60A8644A5C}" type="pres">
      <dgm:prSet presAssocID="{3AB52FA2-BD15-4F83-BB89-C8547EB94AD2}" presName="parTx" presStyleLbl="alignNode1" presStyleIdx="5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252B9B-A041-481B-8ADD-C7E99956B5FB}" type="pres">
      <dgm:prSet presAssocID="{3AB52FA2-BD15-4F83-BB89-C8547EB94AD2}" presName="desTx" presStyleLbl="alignAccFollowNode1" presStyleIdx="5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A2BA7A-3D9E-4E40-949B-6332D8A1FEC5}" type="pres">
      <dgm:prSet presAssocID="{6E097309-C67F-458E-8EB2-C3BC5BF8383A}" presName="space" presStyleCnt="0"/>
      <dgm:spPr/>
    </dgm:pt>
    <dgm:pt modelId="{5C66D2C2-3427-4305-B002-C9F8299BD9B4}" type="pres">
      <dgm:prSet presAssocID="{EB0DDF4A-D360-4421-9491-10501CA55132}" presName="composite" presStyleCnt="0"/>
      <dgm:spPr/>
    </dgm:pt>
    <dgm:pt modelId="{ECE7BCBC-2FAD-4DFF-BBC1-5CED71629F33}" type="pres">
      <dgm:prSet presAssocID="{EB0DDF4A-D360-4421-9491-10501CA55132}" presName="parTx" presStyleLbl="alignNode1" presStyleIdx="6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8CE9EA6-C85E-408E-9684-9B04995B1EA9}" type="pres">
      <dgm:prSet presAssocID="{EB0DDF4A-D360-4421-9491-10501CA55132}" presName="desTx" presStyleLbl="alignAccFollowNode1" presStyleIdx="6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769AA6-7194-4E74-BF05-31270843FFB8}" type="pres">
      <dgm:prSet presAssocID="{067B72B5-5685-48A8-91DD-B40D82BFB1FD}" presName="space" presStyleCnt="0"/>
      <dgm:spPr/>
    </dgm:pt>
    <dgm:pt modelId="{00B1780B-B6F2-4E3C-8959-ADDD27973989}" type="pres">
      <dgm:prSet presAssocID="{CC3479E2-6B7F-42E5-AD0F-764070F8D877}" presName="composite" presStyleCnt="0"/>
      <dgm:spPr/>
    </dgm:pt>
    <dgm:pt modelId="{76AE9072-589D-43EA-A54E-18E602933102}" type="pres">
      <dgm:prSet presAssocID="{CC3479E2-6B7F-42E5-AD0F-764070F8D877}" presName="parTx" presStyleLbl="alignNode1" presStyleIdx="7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ECDC6D6-E379-43A4-9794-A6BA4F9D2FF3}" type="pres">
      <dgm:prSet presAssocID="{CC3479E2-6B7F-42E5-AD0F-764070F8D877}" presName="desTx" presStyleLbl="alignAccFollowNode1" presStyleIdx="7" presStyleCnt="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4B695DC-B2B5-4F25-A8B0-E67CF715C33D}" type="presOf" srcId="{A5533238-0A09-4C81-9C89-6714ABDBC5EB}" destId="{1FB938D1-579B-4CF4-97CA-202610736946}" srcOrd="0" destOrd="1" presId="urn:microsoft.com/office/officeart/2005/8/layout/hList1"/>
    <dgm:cxn modelId="{208168FB-7B76-44D2-971C-32061C6EF603}" srcId="{EB0DDF4A-D360-4421-9491-10501CA55132}" destId="{ACDF71EA-DB44-4993-BD68-17AFE9B8B77D}" srcOrd="0" destOrd="0" parTransId="{59837030-0728-4A0A-BD77-75E863E93801}" sibTransId="{585AC4BB-3385-4A85-9CAD-A726FCD83869}"/>
    <dgm:cxn modelId="{27C03E8F-A2E6-4511-98A7-40486BF1B793}" type="presOf" srcId="{1DFBB5B8-34B2-46C0-8794-B54D6C9798B7}" destId="{37118C87-CABF-43F6-AD53-6962DF2DC316}" srcOrd="0" destOrd="0" presId="urn:microsoft.com/office/officeart/2005/8/layout/hList1"/>
    <dgm:cxn modelId="{014D6B81-B675-4668-A875-6889A67B3A20}" type="presOf" srcId="{EB0DDF4A-D360-4421-9491-10501CA55132}" destId="{ECE7BCBC-2FAD-4DFF-BBC1-5CED71629F33}" srcOrd="0" destOrd="0" presId="urn:microsoft.com/office/officeart/2005/8/layout/hList1"/>
    <dgm:cxn modelId="{EC23B8BD-9B66-4464-9976-04284CA2A5FE}" type="presOf" srcId="{7FF299B1-C322-4214-B5D4-634C3304448B}" destId="{37118C87-CABF-43F6-AD53-6962DF2DC316}" srcOrd="0" destOrd="1" presId="urn:microsoft.com/office/officeart/2005/8/layout/hList1"/>
    <dgm:cxn modelId="{CA26A551-06AB-4481-B398-17900A08B50D}" type="presOf" srcId="{ACDF71EA-DB44-4993-BD68-17AFE9B8B77D}" destId="{78CE9EA6-C85E-408E-9684-9B04995B1EA9}" srcOrd="0" destOrd="0" presId="urn:microsoft.com/office/officeart/2005/8/layout/hList1"/>
    <dgm:cxn modelId="{F45019DB-7EC2-409C-B4B5-ADD8C5AE65C1}" type="presOf" srcId="{4D9FDD3A-2703-4475-823B-30D84F12CD3B}" destId="{EB5623F3-FFCD-412D-AF81-1B1B05B35CDF}" srcOrd="0" destOrd="1" presId="urn:microsoft.com/office/officeart/2005/8/layout/hList1"/>
    <dgm:cxn modelId="{D45F3C13-F76F-4FBF-920C-F7202F05E4EB}" srcId="{9145832B-B4D1-4360-B383-3AFA2C4A0540}" destId="{3AB52FA2-BD15-4F83-BB89-C8547EB94AD2}" srcOrd="5" destOrd="0" parTransId="{19EC77A3-80FA-4E4D-90B8-30D313F9A673}" sibTransId="{6E097309-C67F-458E-8EB2-C3BC5BF8383A}"/>
    <dgm:cxn modelId="{0087F30D-FD74-47DA-A7EF-C3F996D574B1}" srcId="{68A6BEAB-D88A-40F6-821A-1F610F54A537}" destId="{1DFBB5B8-34B2-46C0-8794-B54D6C9798B7}" srcOrd="0" destOrd="0" parTransId="{4234FF1D-2FE5-408A-B4EF-C355B3B34785}" sibTransId="{BE3C24D8-4542-40FD-9E13-766D1978BB02}"/>
    <dgm:cxn modelId="{C3C538ED-57C0-4C75-944D-20BA56C03458}" type="presOf" srcId="{D5D875BD-65B0-45FE-9024-878C912283F4}" destId="{DAA325CF-844D-4C78-807B-4C2CF14AFA2D}" srcOrd="0" destOrd="0" presId="urn:microsoft.com/office/officeart/2005/8/layout/hList1"/>
    <dgm:cxn modelId="{42228661-9AB1-4F2E-9AB2-993E1A69D094}" srcId="{9145832B-B4D1-4360-B383-3AFA2C4A0540}" destId="{EB0DDF4A-D360-4421-9491-10501CA55132}" srcOrd="6" destOrd="0" parTransId="{223B65D0-21A8-4D7D-B001-A94C05D09FD6}" sibTransId="{067B72B5-5685-48A8-91DD-B40D82BFB1FD}"/>
    <dgm:cxn modelId="{5715CD4E-56D2-4BC2-A639-73BCB8C6FFDE}" type="presOf" srcId="{239BBE77-7384-461D-8214-371CD7032A82}" destId="{37118C87-CABF-43F6-AD53-6962DF2DC316}" srcOrd="0" destOrd="3" presId="urn:microsoft.com/office/officeart/2005/8/layout/hList1"/>
    <dgm:cxn modelId="{A9F277FE-82E7-43FD-B172-EE148B7086BE}" type="presOf" srcId="{3D5E0CBB-94E9-49BA-A138-E1608F40F75E}" destId="{5E171FD3-AB93-41FD-94FD-1E3EDAB7CE10}" srcOrd="0" destOrd="0" presId="urn:microsoft.com/office/officeart/2005/8/layout/hList1"/>
    <dgm:cxn modelId="{4445DC90-F084-404E-A31C-C5E7296FEBA0}" srcId="{CC3479E2-6B7F-42E5-AD0F-764070F8D877}" destId="{D73DDCAE-4359-4D99-9194-8BD7E7CA2D87}" srcOrd="0" destOrd="0" parTransId="{B44ED5A0-77B2-4419-8E2C-7AD51333FD05}" sibTransId="{6B3B02C7-C78F-4187-8261-E84B45E4D635}"/>
    <dgm:cxn modelId="{06A4D604-0A04-45EC-8986-A2FEFC00A4EA}" type="presOf" srcId="{7806E40C-E679-43BF-9402-7A7575C7CDD2}" destId="{424BB05B-BEBB-4954-8C37-7C32F44D88B7}" srcOrd="0" destOrd="0" presId="urn:microsoft.com/office/officeart/2005/8/layout/hList1"/>
    <dgm:cxn modelId="{AF8AC26E-3AE0-4039-AABD-BC1AA2CAB78E}" type="presOf" srcId="{EE5C2895-893E-4853-9C0B-8D077F519F78}" destId="{75252B9B-A041-481B-8ADD-C7E99956B5FB}" srcOrd="0" destOrd="2" presId="urn:microsoft.com/office/officeart/2005/8/layout/hList1"/>
    <dgm:cxn modelId="{DC11F522-8458-4A22-9EA3-A719391A24B5}" type="presOf" srcId="{3AB52FA2-BD15-4F83-BB89-C8547EB94AD2}" destId="{72930272-3FC6-4DA9-8752-5B60A8644A5C}" srcOrd="0" destOrd="0" presId="urn:microsoft.com/office/officeart/2005/8/layout/hList1"/>
    <dgm:cxn modelId="{64DDAE96-2E52-4C0C-BAF3-F58527A9A884}" type="presOf" srcId="{DB13E255-7E91-4381-B3F0-02871709EAC4}" destId="{78CE9EA6-C85E-408E-9684-9B04995B1EA9}" srcOrd="0" destOrd="1" presId="urn:microsoft.com/office/officeart/2005/8/layout/hList1"/>
    <dgm:cxn modelId="{ABD48C63-44DD-4AD2-8D65-82420E4E22E3}" srcId="{EB0DDF4A-D360-4421-9491-10501CA55132}" destId="{DB13E255-7E91-4381-B3F0-02871709EAC4}" srcOrd="1" destOrd="0" parTransId="{6A7AB905-AE61-44A4-AD20-0043B7BAD096}" sibTransId="{4C1FD44B-73B5-49E4-B5F3-6688551C0240}"/>
    <dgm:cxn modelId="{AB3F8288-8CC9-419E-B744-A1927746ECAF}" srcId="{68A6BEAB-D88A-40F6-821A-1F610F54A537}" destId="{8B4E229B-AAE4-41E5-8F19-C9BF105A1181}" srcOrd="2" destOrd="0" parTransId="{DA946B43-FB07-4509-BD34-85EE9382B6B4}" sibTransId="{4FAD1E78-47A4-4D85-9897-960A690C9BFA}"/>
    <dgm:cxn modelId="{551CFD2B-5CB3-40CE-B797-74C53575838C}" srcId="{68A6BEAB-D88A-40F6-821A-1F610F54A537}" destId="{239BBE77-7384-461D-8214-371CD7032A82}" srcOrd="3" destOrd="0" parTransId="{2AE15DC3-B43F-414F-8C4B-0A1107A39563}" sibTransId="{11C598C4-C693-4F1F-8F2D-528AD231527E}"/>
    <dgm:cxn modelId="{A5BDB8FB-A671-4B77-A3FB-2E1072F120CE}" type="presOf" srcId="{9DBA8D80-F868-46CA-A5FE-C21783677155}" destId="{75252B9B-A041-481B-8ADD-C7E99956B5FB}" srcOrd="0" destOrd="0" presId="urn:microsoft.com/office/officeart/2005/8/layout/hList1"/>
    <dgm:cxn modelId="{58097E8B-FFE0-47B8-A754-D5CDD59D5E5B}" srcId="{9145832B-B4D1-4360-B383-3AFA2C4A0540}" destId="{68A6BEAB-D88A-40F6-821A-1F610F54A537}" srcOrd="4" destOrd="0" parTransId="{D921C163-70CF-4880-B550-6FF6EAAE2482}" sibTransId="{D849F955-321B-4FD1-BC02-4F0B2290F06C}"/>
    <dgm:cxn modelId="{2AB7344B-40C4-42DD-98D9-1A1232620561}" type="presOf" srcId="{FDC3905E-F58B-4E12-91BA-9EBAC41D99F3}" destId="{EB5623F3-FFCD-412D-AF81-1B1B05B35CDF}" srcOrd="0" destOrd="4" presId="urn:microsoft.com/office/officeart/2005/8/layout/hList1"/>
    <dgm:cxn modelId="{085E17F8-8DE8-41C9-92D3-0A8279CE5C9E}" type="presOf" srcId="{C4365522-3FD2-4889-AF3B-DD7B34106476}" destId="{1FB938D1-579B-4CF4-97CA-202610736946}" srcOrd="0" destOrd="0" presId="urn:microsoft.com/office/officeart/2005/8/layout/hList1"/>
    <dgm:cxn modelId="{1746832F-5780-4AD0-988C-FDA92EE019B3}" srcId="{D5D875BD-65B0-45FE-9024-878C912283F4}" destId="{61F4AD2E-A793-45C0-8656-249586FA9E75}" srcOrd="4" destOrd="0" parTransId="{56E020C0-4EA4-4BE8-B946-58E3BD7B1226}" sibTransId="{2F2AF8E6-D741-4635-8C6D-C541DB29A02C}"/>
    <dgm:cxn modelId="{5C1467FD-EF3F-45CC-8425-8FFACB893D83}" type="presOf" srcId="{87CD11D0-F853-47B9-81F6-2B274354D228}" destId="{FA873F0A-4E74-416D-A0E5-295B50054F6F}" srcOrd="0" destOrd="0" presId="urn:microsoft.com/office/officeart/2005/8/layout/hList1"/>
    <dgm:cxn modelId="{994A151B-BAB5-41D8-8900-943B13C240C7}" srcId="{3AB52FA2-BD15-4F83-BB89-C8547EB94AD2}" destId="{9DBA8D80-F868-46CA-A5FE-C21783677155}" srcOrd="0" destOrd="0" parTransId="{B389C8D2-DE0B-42C3-A7A8-C57A76F2E152}" sibTransId="{C7FC472B-7A93-466C-9331-F7C66DE836F4}"/>
    <dgm:cxn modelId="{E08377CA-3FA9-410B-86EF-DD3C67116824}" srcId="{4EE2B223-809D-46B7-8B18-055C8F817E0D}" destId="{FDC3905E-F58B-4E12-91BA-9EBAC41D99F3}" srcOrd="4" destOrd="0" parTransId="{7E7E4A96-E32D-4243-A9E5-3B5776CB7882}" sibTransId="{C9640692-71E6-473C-996D-2A4339C1F73A}"/>
    <dgm:cxn modelId="{42232B91-B104-4289-87B2-4B3D080E4007}" srcId="{9145832B-B4D1-4360-B383-3AFA2C4A0540}" destId="{D5D875BD-65B0-45FE-9024-878C912283F4}" srcOrd="0" destOrd="0" parTransId="{8E0848FE-E3F0-4B5A-A639-3E9E12B5DEC1}" sibTransId="{78D84F8F-DEBA-41E5-B1DB-A089705BA40D}"/>
    <dgm:cxn modelId="{DC5492C1-6533-456B-88EC-B2A57B09DCB4}" type="presOf" srcId="{E70DC234-8448-403A-9ED4-C4A5E9922B29}" destId="{75252B9B-A041-481B-8ADD-C7E99956B5FB}" srcOrd="0" destOrd="1" presId="urn:microsoft.com/office/officeart/2005/8/layout/hList1"/>
    <dgm:cxn modelId="{5EC7B499-0F47-45D5-9F69-2DB3ACC72503}" srcId="{4EE2B223-809D-46B7-8B18-055C8F817E0D}" destId="{4D9FDD3A-2703-4475-823B-30D84F12CD3B}" srcOrd="1" destOrd="0" parTransId="{3E200546-B980-46CA-8580-2B43FCA10AE5}" sibTransId="{817DDA11-90F1-4248-A021-3A8F50895B2D}"/>
    <dgm:cxn modelId="{D1D02273-3EB1-4FFF-8E9A-2691135DBAD0}" srcId="{D5D875BD-65B0-45FE-9024-878C912283F4}" destId="{102AEF02-C3E5-488A-8F0F-C0D6A151414A}" srcOrd="2" destOrd="0" parTransId="{9B114C82-E0FD-44F0-9DA0-FBBB5C79058A}" sibTransId="{0EE062B2-A6C7-4283-919D-B4D33348F903}"/>
    <dgm:cxn modelId="{225BD0AF-9870-46A9-A0DF-C145F4A00FDB}" type="presOf" srcId="{68A6BEAB-D88A-40F6-821A-1F610F54A537}" destId="{63A8420C-F183-490D-9F39-E332FD20F9C5}" srcOrd="0" destOrd="0" presId="urn:microsoft.com/office/officeart/2005/8/layout/hList1"/>
    <dgm:cxn modelId="{BD9494BC-A6F1-4F9E-B8D1-408377C08BB8}" srcId="{3D5E0CBB-94E9-49BA-A138-E1608F40F75E}" destId="{C4365522-3FD2-4889-AF3B-DD7B34106476}" srcOrd="0" destOrd="0" parTransId="{2AFCA9A4-1627-427B-AD34-DB4B758583BF}" sibTransId="{E9339A34-4C5F-4458-BE98-5831DBA41575}"/>
    <dgm:cxn modelId="{293C9495-5C21-45F0-A65B-52362E90A750}" srcId="{9145832B-B4D1-4360-B383-3AFA2C4A0540}" destId="{87CD11D0-F853-47B9-81F6-2B274354D228}" srcOrd="3" destOrd="0" parTransId="{9D11D345-246E-4024-8766-B3AAEF18C2D5}" sibTransId="{003762BC-BECA-40F4-ACB4-2F8D235C5527}"/>
    <dgm:cxn modelId="{32A17D47-51D9-488E-B093-3E6DAADFA777}" type="presOf" srcId="{D73DDCAE-4359-4D99-9194-8BD7E7CA2D87}" destId="{FECDC6D6-E379-43A4-9794-A6BA4F9D2FF3}" srcOrd="0" destOrd="0" presId="urn:microsoft.com/office/officeart/2005/8/layout/hList1"/>
    <dgm:cxn modelId="{A9C0965C-2460-4998-9916-2694B29C67BE}" srcId="{87CD11D0-F853-47B9-81F6-2B274354D228}" destId="{BC5FADB0-6CB2-4D69-8499-67E537E87D6A}" srcOrd="1" destOrd="0" parTransId="{5B788716-075A-4439-8F44-BC80EB478F99}" sibTransId="{81E20B16-59D6-4D2D-8214-6068756F46B1}"/>
    <dgm:cxn modelId="{B262004D-140B-4C38-8D57-8AFF6309D9AF}" srcId="{68A6BEAB-D88A-40F6-821A-1F610F54A537}" destId="{7FF299B1-C322-4214-B5D4-634C3304448B}" srcOrd="1" destOrd="0" parTransId="{42AC3552-A2BE-46C1-A7C4-0D5943A6A2B9}" sibTransId="{E371BA99-1526-4693-9973-CBF307540051}"/>
    <dgm:cxn modelId="{AEBB344B-D52F-4188-9825-C546FA8E8475}" srcId="{D5D875BD-65B0-45FE-9024-878C912283F4}" destId="{974F48AB-BCF7-4DA2-92CB-D7E821F926D6}" srcOrd="1" destOrd="0" parTransId="{32F5CCDE-52B5-4B9E-B78F-E9EE4950CFC6}" sibTransId="{6AD0EF39-2F40-4A73-8618-DAA7D5C18FA4}"/>
    <dgm:cxn modelId="{F9B4D006-DDA0-4884-9AFF-5A6F78F3B2C7}" srcId="{9145832B-B4D1-4360-B383-3AFA2C4A0540}" destId="{3D5E0CBB-94E9-49BA-A138-E1608F40F75E}" srcOrd="2" destOrd="0" parTransId="{7B66C3B6-B2CD-44D5-A122-803E58CC3D04}" sibTransId="{9DB68A86-EB75-4F9E-9B7C-81348BD78EE7}"/>
    <dgm:cxn modelId="{8AFF952C-B0E0-4F97-8A9E-99D5279AD91D}" type="presOf" srcId="{4C30C518-66E9-4C9A-A87A-2F208F8B1037}" destId="{424BB05B-BEBB-4954-8C37-7C32F44D88B7}" srcOrd="0" destOrd="3" presId="urn:microsoft.com/office/officeart/2005/8/layout/hList1"/>
    <dgm:cxn modelId="{B6569D8D-CA2D-497E-A889-9757A4DECAAD}" type="presOf" srcId="{B32BA89B-DC16-4E7E-9952-7789BE34858B}" destId="{4FE3E0D8-5A14-436C-8C10-3A509B4DD747}" srcOrd="0" destOrd="0" presId="urn:microsoft.com/office/officeart/2005/8/layout/hList1"/>
    <dgm:cxn modelId="{D814757D-9EF7-48D0-9B26-0FBD2B13E6B5}" srcId="{D5D875BD-65B0-45FE-9024-878C912283F4}" destId="{4C30C518-66E9-4C9A-A87A-2F208F8B1037}" srcOrd="3" destOrd="0" parTransId="{B03C9107-7BD0-42C3-A90D-72374736B0C2}" sibTransId="{A59FCEB7-18CB-4E20-ACA5-1372FE14E549}"/>
    <dgm:cxn modelId="{58F6EFE0-C864-4CE9-A90B-79ED2FAD55BA}" srcId="{D5D875BD-65B0-45FE-9024-878C912283F4}" destId="{7806E40C-E679-43BF-9402-7A7575C7CDD2}" srcOrd="0" destOrd="0" parTransId="{C0125040-4AD6-44F4-8603-86AA578E5AF8}" sibTransId="{B3E8F9E7-5A5D-4427-B0B3-2674B51B9DC3}"/>
    <dgm:cxn modelId="{83BC0B0D-88EB-429C-8721-8067DCACF5A2}" type="presOf" srcId="{8B4E229B-AAE4-41E5-8F19-C9BF105A1181}" destId="{37118C87-CABF-43F6-AD53-6962DF2DC316}" srcOrd="0" destOrd="2" presId="urn:microsoft.com/office/officeart/2005/8/layout/hList1"/>
    <dgm:cxn modelId="{F6C2744C-A257-4CF2-8951-6A6238C92BD8}" srcId="{4EE2B223-809D-46B7-8B18-055C8F817E0D}" destId="{8FEA5967-AE68-412F-A5BA-8389CFDC10CC}" srcOrd="3" destOrd="0" parTransId="{0D6239FA-F5AB-4F43-8010-92E42759BC3A}" sibTransId="{66DAE13D-6B79-4008-8100-F277CD896C9C}"/>
    <dgm:cxn modelId="{C21B1AA9-CAC5-4F08-AEAD-B2D58C260D03}" type="presOf" srcId="{8FEA5967-AE68-412F-A5BA-8389CFDC10CC}" destId="{EB5623F3-FFCD-412D-AF81-1B1B05B35CDF}" srcOrd="0" destOrd="3" presId="urn:microsoft.com/office/officeart/2005/8/layout/hList1"/>
    <dgm:cxn modelId="{0022E737-13D9-4EA5-9422-54BC745317C2}" srcId="{3AB52FA2-BD15-4F83-BB89-C8547EB94AD2}" destId="{E70DC234-8448-403A-9ED4-C4A5E9922B29}" srcOrd="1" destOrd="0" parTransId="{57185754-61D7-4C50-90A9-0394A58F5059}" sibTransId="{C04BBF24-F357-4B1A-8D98-331785D1747C}"/>
    <dgm:cxn modelId="{3B264C11-C2F6-4E80-AE66-DB9B210854BA}" type="presOf" srcId="{4EE2B223-809D-46B7-8B18-055C8F817E0D}" destId="{C384BA57-A49C-424B-89FE-BDA6B445B482}" srcOrd="0" destOrd="0" presId="urn:microsoft.com/office/officeart/2005/8/layout/hList1"/>
    <dgm:cxn modelId="{D5D32EA5-F541-424D-B371-FF3BD5E0D36E}" srcId="{9145832B-B4D1-4360-B383-3AFA2C4A0540}" destId="{4EE2B223-809D-46B7-8B18-055C8F817E0D}" srcOrd="1" destOrd="0" parTransId="{B54CC451-2660-4320-B93C-D21DAACA1F9C}" sibTransId="{FBD9F5BE-EAFB-4756-8CF5-2C4B1FDB30D9}"/>
    <dgm:cxn modelId="{2FB57E6B-201F-45B2-ABC8-58D3FD87C10E}" type="presOf" srcId="{2FE8C0AF-1DF6-4839-9FE6-C8E5AE8CC6F0}" destId="{EB5623F3-FFCD-412D-AF81-1B1B05B35CDF}" srcOrd="0" destOrd="0" presId="urn:microsoft.com/office/officeart/2005/8/layout/hList1"/>
    <dgm:cxn modelId="{D781845A-23BD-4504-B1E4-E87E559941FE}" srcId="{3D5E0CBB-94E9-49BA-A138-E1608F40F75E}" destId="{A5533238-0A09-4C81-9C89-6714ABDBC5EB}" srcOrd="1" destOrd="0" parTransId="{02EE6B69-635A-4CF0-ABE8-7FA5D3090063}" sibTransId="{DC541215-BC07-4854-BB3C-ACB3C28E4206}"/>
    <dgm:cxn modelId="{D5DDB336-22A9-4960-B459-BA3C16FF5CB5}" srcId="{9145832B-B4D1-4360-B383-3AFA2C4A0540}" destId="{CC3479E2-6B7F-42E5-AD0F-764070F8D877}" srcOrd="7" destOrd="0" parTransId="{160843DE-9F73-4D56-8BA3-6C797668607E}" sibTransId="{F9A80193-1706-4B55-9D67-C2FDA5A3E224}"/>
    <dgm:cxn modelId="{79BFC058-5FBD-4671-8A5A-B1AC6D39F38A}" type="presOf" srcId="{974F48AB-BCF7-4DA2-92CB-D7E821F926D6}" destId="{424BB05B-BEBB-4954-8C37-7C32F44D88B7}" srcOrd="0" destOrd="1" presId="urn:microsoft.com/office/officeart/2005/8/layout/hList1"/>
    <dgm:cxn modelId="{3DDD1000-1438-4C75-A141-50F00947EBD9}" srcId="{4EE2B223-809D-46B7-8B18-055C8F817E0D}" destId="{2FE8C0AF-1DF6-4839-9FE6-C8E5AE8CC6F0}" srcOrd="0" destOrd="0" parTransId="{A58DFF21-467E-4DE7-82C8-308C2D3FB360}" sibTransId="{545379D8-02A8-482D-9141-A3453D69D9D7}"/>
    <dgm:cxn modelId="{FB8F0149-061F-4931-903C-96FA6AFB93C6}" srcId="{3AB52FA2-BD15-4F83-BB89-C8547EB94AD2}" destId="{EE5C2895-893E-4853-9C0B-8D077F519F78}" srcOrd="2" destOrd="0" parTransId="{34C967BB-33BD-4DB1-9BE8-A4F2DF184A23}" sibTransId="{7B9C4B3B-EF12-4F2E-BBAF-FC29919A73B1}"/>
    <dgm:cxn modelId="{16F6EC3D-833A-4110-B437-6B1C00E55BB5}" type="presOf" srcId="{61F4AD2E-A793-45C0-8656-249586FA9E75}" destId="{424BB05B-BEBB-4954-8C37-7C32F44D88B7}" srcOrd="0" destOrd="4" presId="urn:microsoft.com/office/officeart/2005/8/layout/hList1"/>
    <dgm:cxn modelId="{F56EFDF8-E54A-4719-9ACD-7D1725419AF7}" type="presOf" srcId="{58E1D4BB-EC5C-4D56-9DFB-E4EFEABB483F}" destId="{1FB938D1-579B-4CF4-97CA-202610736946}" srcOrd="0" destOrd="2" presId="urn:microsoft.com/office/officeart/2005/8/layout/hList1"/>
    <dgm:cxn modelId="{83A5DD6F-466B-485C-A83E-14242370B4CC}" type="presOf" srcId="{0D087720-BFD9-4E07-B9C8-E9C87E3F031E}" destId="{FECDC6D6-E379-43A4-9794-A6BA4F9D2FF3}" srcOrd="0" destOrd="1" presId="urn:microsoft.com/office/officeart/2005/8/layout/hList1"/>
    <dgm:cxn modelId="{A71064E7-4055-4CAE-B79E-6A704E24B980}" type="presOf" srcId="{8E349A3E-1294-4B4C-8D06-189648031DBA}" destId="{EB5623F3-FFCD-412D-AF81-1B1B05B35CDF}" srcOrd="0" destOrd="2" presId="urn:microsoft.com/office/officeart/2005/8/layout/hList1"/>
    <dgm:cxn modelId="{298782FE-D597-44F6-A00B-DB51365C1C0B}" type="presOf" srcId="{102AEF02-C3E5-488A-8F0F-C0D6A151414A}" destId="{424BB05B-BEBB-4954-8C37-7C32F44D88B7}" srcOrd="0" destOrd="2" presId="urn:microsoft.com/office/officeart/2005/8/layout/hList1"/>
    <dgm:cxn modelId="{4CE225F5-2902-4126-8629-E3C931EC3198}" type="presOf" srcId="{9145832B-B4D1-4360-B383-3AFA2C4A0540}" destId="{12BBEEAC-5181-4A10-B61E-98998D1642EC}" srcOrd="0" destOrd="0" presId="urn:microsoft.com/office/officeart/2005/8/layout/hList1"/>
    <dgm:cxn modelId="{0ABC1EB2-5830-4BB1-AE95-AD009B7070C5}" type="presOf" srcId="{BC5FADB0-6CB2-4D69-8499-67E537E87D6A}" destId="{4FE3E0D8-5A14-436C-8C10-3A509B4DD747}" srcOrd="0" destOrd="1" presId="urn:microsoft.com/office/officeart/2005/8/layout/hList1"/>
    <dgm:cxn modelId="{D74FBB4D-0ED3-4BA3-B232-6E120B27FED3}" srcId="{4EE2B223-809D-46B7-8B18-055C8F817E0D}" destId="{8E349A3E-1294-4B4C-8D06-189648031DBA}" srcOrd="2" destOrd="0" parTransId="{F10BFCD9-274B-4C99-8286-BE493E54BDCE}" sibTransId="{A1DCCDF0-8BE9-4987-835A-B6C6AA8A2E41}"/>
    <dgm:cxn modelId="{6EA8996D-4096-49F4-A7E9-8EC9E60308DD}" srcId="{3D5E0CBB-94E9-49BA-A138-E1608F40F75E}" destId="{58E1D4BB-EC5C-4D56-9DFB-E4EFEABB483F}" srcOrd="2" destOrd="0" parTransId="{78C98192-734E-4AF0-93BA-6F54B0415D2F}" sibTransId="{C987EE08-1FF7-4119-BC7C-9B808463E2A0}"/>
    <dgm:cxn modelId="{98200E97-444D-42D6-854F-B3C4D8042D2E}" srcId="{CC3479E2-6B7F-42E5-AD0F-764070F8D877}" destId="{0D087720-BFD9-4E07-B9C8-E9C87E3F031E}" srcOrd="1" destOrd="0" parTransId="{30AC7C40-2BD8-43D3-8804-61D8F7775692}" sibTransId="{77F6C84A-98BE-4242-A566-45E47694DB28}"/>
    <dgm:cxn modelId="{DC740226-86FF-4775-A61B-5ED873A15603}" srcId="{87CD11D0-F853-47B9-81F6-2B274354D228}" destId="{B32BA89B-DC16-4E7E-9952-7789BE34858B}" srcOrd="0" destOrd="0" parTransId="{A2680850-89CB-45B6-92CF-8835392236C6}" sibTransId="{1308198D-90A6-4B90-94FE-383959FACDA9}"/>
    <dgm:cxn modelId="{B3E57079-2600-45FF-BABC-DA0D4D9970B7}" type="presOf" srcId="{CC3479E2-6B7F-42E5-AD0F-764070F8D877}" destId="{76AE9072-589D-43EA-A54E-18E602933102}" srcOrd="0" destOrd="0" presId="urn:microsoft.com/office/officeart/2005/8/layout/hList1"/>
    <dgm:cxn modelId="{338D5C2E-2301-4F5E-8F10-237709D0DE5F}" type="presParOf" srcId="{12BBEEAC-5181-4A10-B61E-98998D1642EC}" destId="{E4FAB437-14BD-43CB-A61B-AB14AD169F23}" srcOrd="0" destOrd="0" presId="urn:microsoft.com/office/officeart/2005/8/layout/hList1"/>
    <dgm:cxn modelId="{87082911-2A1A-4D19-88FA-381BDBA06C14}" type="presParOf" srcId="{E4FAB437-14BD-43CB-A61B-AB14AD169F23}" destId="{DAA325CF-844D-4C78-807B-4C2CF14AFA2D}" srcOrd="0" destOrd="0" presId="urn:microsoft.com/office/officeart/2005/8/layout/hList1"/>
    <dgm:cxn modelId="{C5EEFF65-9273-4851-B664-ACFF3B01EC6F}" type="presParOf" srcId="{E4FAB437-14BD-43CB-A61B-AB14AD169F23}" destId="{424BB05B-BEBB-4954-8C37-7C32F44D88B7}" srcOrd="1" destOrd="0" presId="urn:microsoft.com/office/officeart/2005/8/layout/hList1"/>
    <dgm:cxn modelId="{C491D045-717B-4C00-8852-8FED61851BB5}" type="presParOf" srcId="{12BBEEAC-5181-4A10-B61E-98998D1642EC}" destId="{0B832C91-6541-4487-AD48-AF67CEA48E1E}" srcOrd="1" destOrd="0" presId="urn:microsoft.com/office/officeart/2005/8/layout/hList1"/>
    <dgm:cxn modelId="{CEB61EB8-5EA4-4569-A37D-82F32E5CA57A}" type="presParOf" srcId="{12BBEEAC-5181-4A10-B61E-98998D1642EC}" destId="{B8C130AB-6B9B-426F-ADF8-D59F85880C60}" srcOrd="2" destOrd="0" presId="urn:microsoft.com/office/officeart/2005/8/layout/hList1"/>
    <dgm:cxn modelId="{5F04B2DB-FA25-4F88-9A83-D15A37EC3911}" type="presParOf" srcId="{B8C130AB-6B9B-426F-ADF8-D59F85880C60}" destId="{C384BA57-A49C-424B-89FE-BDA6B445B482}" srcOrd="0" destOrd="0" presId="urn:microsoft.com/office/officeart/2005/8/layout/hList1"/>
    <dgm:cxn modelId="{51AB3B8E-A175-4BA4-9263-681083083C0D}" type="presParOf" srcId="{B8C130AB-6B9B-426F-ADF8-D59F85880C60}" destId="{EB5623F3-FFCD-412D-AF81-1B1B05B35CDF}" srcOrd="1" destOrd="0" presId="urn:microsoft.com/office/officeart/2005/8/layout/hList1"/>
    <dgm:cxn modelId="{C4B26596-58B7-422C-89ED-63D427A6CA38}" type="presParOf" srcId="{12BBEEAC-5181-4A10-B61E-98998D1642EC}" destId="{2BE0546E-2B35-4127-8514-742A962BAE2F}" srcOrd="3" destOrd="0" presId="urn:microsoft.com/office/officeart/2005/8/layout/hList1"/>
    <dgm:cxn modelId="{3CFDA3AC-5D34-4F17-ACB8-9714E9F59B2E}" type="presParOf" srcId="{12BBEEAC-5181-4A10-B61E-98998D1642EC}" destId="{C0715883-8F58-444B-BE59-8CE37FBA46E6}" srcOrd="4" destOrd="0" presId="urn:microsoft.com/office/officeart/2005/8/layout/hList1"/>
    <dgm:cxn modelId="{5E8FB53B-C40B-46C0-A33D-DB14E6E67F03}" type="presParOf" srcId="{C0715883-8F58-444B-BE59-8CE37FBA46E6}" destId="{5E171FD3-AB93-41FD-94FD-1E3EDAB7CE10}" srcOrd="0" destOrd="0" presId="urn:microsoft.com/office/officeart/2005/8/layout/hList1"/>
    <dgm:cxn modelId="{6A4AC313-A7DD-4619-B751-24FC6012B054}" type="presParOf" srcId="{C0715883-8F58-444B-BE59-8CE37FBA46E6}" destId="{1FB938D1-579B-4CF4-97CA-202610736946}" srcOrd="1" destOrd="0" presId="urn:microsoft.com/office/officeart/2005/8/layout/hList1"/>
    <dgm:cxn modelId="{BE823634-538A-404C-8316-17C7021C11ED}" type="presParOf" srcId="{12BBEEAC-5181-4A10-B61E-98998D1642EC}" destId="{AB36E271-621F-43FF-ACAE-10E13D234126}" srcOrd="5" destOrd="0" presId="urn:microsoft.com/office/officeart/2005/8/layout/hList1"/>
    <dgm:cxn modelId="{A69ABC51-212A-41A3-968E-1ECCBB949D7B}" type="presParOf" srcId="{12BBEEAC-5181-4A10-B61E-98998D1642EC}" destId="{B49120A5-05C9-4BD7-BE9A-2D3338786CDC}" srcOrd="6" destOrd="0" presId="urn:microsoft.com/office/officeart/2005/8/layout/hList1"/>
    <dgm:cxn modelId="{7D5D10B9-144B-4D7F-B567-AA3D3EC0419E}" type="presParOf" srcId="{B49120A5-05C9-4BD7-BE9A-2D3338786CDC}" destId="{FA873F0A-4E74-416D-A0E5-295B50054F6F}" srcOrd="0" destOrd="0" presId="urn:microsoft.com/office/officeart/2005/8/layout/hList1"/>
    <dgm:cxn modelId="{92912549-B78C-4613-ABAA-D01E09C15474}" type="presParOf" srcId="{B49120A5-05C9-4BD7-BE9A-2D3338786CDC}" destId="{4FE3E0D8-5A14-436C-8C10-3A509B4DD747}" srcOrd="1" destOrd="0" presId="urn:microsoft.com/office/officeart/2005/8/layout/hList1"/>
    <dgm:cxn modelId="{C437E29E-0D84-48D3-9E0B-F1D72667F561}" type="presParOf" srcId="{12BBEEAC-5181-4A10-B61E-98998D1642EC}" destId="{9F9291DA-F6E5-4F9E-908B-9011CFEEE369}" srcOrd="7" destOrd="0" presId="urn:microsoft.com/office/officeart/2005/8/layout/hList1"/>
    <dgm:cxn modelId="{ABB231DB-6ED9-4546-9682-1A490590C255}" type="presParOf" srcId="{12BBEEAC-5181-4A10-B61E-98998D1642EC}" destId="{6326CEDC-896D-4C81-AF73-5A33293BEA4B}" srcOrd="8" destOrd="0" presId="urn:microsoft.com/office/officeart/2005/8/layout/hList1"/>
    <dgm:cxn modelId="{9FB818F1-9E66-4369-9E06-7BC33A197116}" type="presParOf" srcId="{6326CEDC-896D-4C81-AF73-5A33293BEA4B}" destId="{63A8420C-F183-490D-9F39-E332FD20F9C5}" srcOrd="0" destOrd="0" presId="urn:microsoft.com/office/officeart/2005/8/layout/hList1"/>
    <dgm:cxn modelId="{9C6B8F85-D982-44A8-BA5B-056547C05BC8}" type="presParOf" srcId="{6326CEDC-896D-4C81-AF73-5A33293BEA4B}" destId="{37118C87-CABF-43F6-AD53-6962DF2DC316}" srcOrd="1" destOrd="0" presId="urn:microsoft.com/office/officeart/2005/8/layout/hList1"/>
    <dgm:cxn modelId="{E0B2934C-8AF5-453C-A1B8-4AB109C16F81}" type="presParOf" srcId="{12BBEEAC-5181-4A10-B61E-98998D1642EC}" destId="{CB8DC6DC-BBC4-41EC-B40D-48F97F3707CA}" srcOrd="9" destOrd="0" presId="urn:microsoft.com/office/officeart/2005/8/layout/hList1"/>
    <dgm:cxn modelId="{82DFD0B9-B17C-4208-A5F3-BFCBF1413AF9}" type="presParOf" srcId="{12BBEEAC-5181-4A10-B61E-98998D1642EC}" destId="{526AD9B3-1E95-489D-95F1-29E39A4CBAC0}" srcOrd="10" destOrd="0" presId="urn:microsoft.com/office/officeart/2005/8/layout/hList1"/>
    <dgm:cxn modelId="{03181442-651D-4D75-9ABA-4E46E44F70F6}" type="presParOf" srcId="{526AD9B3-1E95-489D-95F1-29E39A4CBAC0}" destId="{72930272-3FC6-4DA9-8752-5B60A8644A5C}" srcOrd="0" destOrd="0" presId="urn:microsoft.com/office/officeart/2005/8/layout/hList1"/>
    <dgm:cxn modelId="{68738BD1-3D5A-4185-9076-D80C64D251F4}" type="presParOf" srcId="{526AD9B3-1E95-489D-95F1-29E39A4CBAC0}" destId="{75252B9B-A041-481B-8ADD-C7E99956B5FB}" srcOrd="1" destOrd="0" presId="urn:microsoft.com/office/officeart/2005/8/layout/hList1"/>
    <dgm:cxn modelId="{D4DDD73B-0117-4C8C-A2E7-5115D93CEDA6}" type="presParOf" srcId="{12BBEEAC-5181-4A10-B61E-98998D1642EC}" destId="{24A2BA7A-3D9E-4E40-949B-6332D8A1FEC5}" srcOrd="11" destOrd="0" presId="urn:microsoft.com/office/officeart/2005/8/layout/hList1"/>
    <dgm:cxn modelId="{12ADA145-9016-4B8C-B65B-A75E85CE1A1E}" type="presParOf" srcId="{12BBEEAC-5181-4A10-B61E-98998D1642EC}" destId="{5C66D2C2-3427-4305-B002-C9F8299BD9B4}" srcOrd="12" destOrd="0" presId="urn:microsoft.com/office/officeart/2005/8/layout/hList1"/>
    <dgm:cxn modelId="{1E8F6E09-95FF-4EBA-9A6C-C9632A1416C1}" type="presParOf" srcId="{5C66D2C2-3427-4305-B002-C9F8299BD9B4}" destId="{ECE7BCBC-2FAD-4DFF-BBC1-5CED71629F33}" srcOrd="0" destOrd="0" presId="urn:microsoft.com/office/officeart/2005/8/layout/hList1"/>
    <dgm:cxn modelId="{A5454538-D85A-4A50-BA58-0D8FFFB2B8D3}" type="presParOf" srcId="{5C66D2C2-3427-4305-B002-C9F8299BD9B4}" destId="{78CE9EA6-C85E-408E-9684-9B04995B1EA9}" srcOrd="1" destOrd="0" presId="urn:microsoft.com/office/officeart/2005/8/layout/hList1"/>
    <dgm:cxn modelId="{9FFD1501-69DA-4F42-AE2A-C7FC1E8E8752}" type="presParOf" srcId="{12BBEEAC-5181-4A10-B61E-98998D1642EC}" destId="{A0769AA6-7194-4E74-BF05-31270843FFB8}" srcOrd="13" destOrd="0" presId="urn:microsoft.com/office/officeart/2005/8/layout/hList1"/>
    <dgm:cxn modelId="{D61805C3-FDA0-4945-9358-4D514000089F}" type="presParOf" srcId="{12BBEEAC-5181-4A10-B61E-98998D1642EC}" destId="{00B1780B-B6F2-4E3C-8959-ADDD27973989}" srcOrd="14" destOrd="0" presId="urn:microsoft.com/office/officeart/2005/8/layout/hList1"/>
    <dgm:cxn modelId="{982760BB-8101-4368-A6CE-8653C1709CA3}" type="presParOf" srcId="{00B1780B-B6F2-4E3C-8959-ADDD27973989}" destId="{76AE9072-589D-43EA-A54E-18E602933102}" srcOrd="0" destOrd="0" presId="urn:microsoft.com/office/officeart/2005/8/layout/hList1"/>
    <dgm:cxn modelId="{8CAC8781-C091-4091-A4B5-91187E24ECD3}" type="presParOf" srcId="{00B1780B-B6F2-4E3C-8959-ADDD27973989}" destId="{FECDC6D6-E379-43A4-9794-A6BA4F9D2FF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12318B4-F00D-4CE2-A393-17A3CE8BCCA8}" type="doc">
      <dgm:prSet loTypeId="urn:microsoft.com/office/officeart/2005/8/layout/vList3" loCatId="list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739298C3-F20A-4625-B394-D0DC12ED74A7}">
      <dgm:prSet/>
      <dgm:spPr/>
      <dgm:t>
        <a:bodyPr/>
        <a:lstStyle/>
        <a:p>
          <a:pPr rtl="0"/>
          <a:r>
            <a:rPr lang="ru-RU" smtClean="0"/>
            <a:t>Bootstrap — популярный CSS-фреймворк для быстрой разработки адаптивных сайтов. Объединяет готовую сетку, UI-компоненты (кнопки, формы, навигационные панели), утилитарные классы и JS-плагины. Ускоряет вёрстку, обеспечивает единообразие и кроссбраузерность. Подходит для прототипов, лендингов, админ-панелей. Имеет минусы: избыточный код, риск «шаблонного» дизайна, возможные конфликты стилей. Оптимален для типовых проектов, но требует оценки для нестандартных задач.</a:t>
          </a:r>
          <a:endParaRPr lang="ru-RU"/>
        </a:p>
      </dgm:t>
    </dgm:pt>
    <dgm:pt modelId="{591FB3CB-842B-4265-BC1E-836939591DB4}" type="parTrans" cxnId="{0C753B38-98B2-4064-87E5-3B2D22D2638B}">
      <dgm:prSet/>
      <dgm:spPr/>
      <dgm:t>
        <a:bodyPr/>
        <a:lstStyle/>
        <a:p>
          <a:endParaRPr lang="ru-RU"/>
        </a:p>
      </dgm:t>
    </dgm:pt>
    <dgm:pt modelId="{A7F500D9-6189-4064-9F27-53B323399BC6}" type="sibTrans" cxnId="{0C753B38-98B2-4064-87E5-3B2D22D2638B}">
      <dgm:prSet/>
      <dgm:spPr/>
      <dgm:t>
        <a:bodyPr/>
        <a:lstStyle/>
        <a:p>
          <a:endParaRPr lang="ru-RU"/>
        </a:p>
      </dgm:t>
    </dgm:pt>
    <dgm:pt modelId="{3A0A1E63-28E4-4DCA-B589-13CDF5454969}" type="pres">
      <dgm:prSet presAssocID="{B12318B4-F00D-4CE2-A393-17A3CE8BCCA8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2D06A0-B2A6-429E-9FBF-3ABD75E424BA}" type="pres">
      <dgm:prSet presAssocID="{739298C3-F20A-4625-B394-D0DC12ED74A7}" presName="composite" presStyleCnt="0"/>
      <dgm:spPr/>
    </dgm:pt>
    <dgm:pt modelId="{5DEC4DED-F47C-480C-BC2E-22CD050CA2F8}" type="pres">
      <dgm:prSet presAssocID="{739298C3-F20A-4625-B394-D0DC12ED74A7}" presName="imgShp" presStyleLbl="fgImgPlace1" presStyleIdx="0" presStyleCnt="1" custLinFactNeighborX="-3218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DFA9CF2-BE7C-4804-9BCD-EF073866F119}" type="pres">
      <dgm:prSet presAssocID="{739298C3-F20A-4625-B394-D0DC12ED74A7}" presName="tx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6A9FAB1-10D8-41A8-BEE9-1B61D7A4706F}" type="presOf" srcId="{B12318B4-F00D-4CE2-A393-17A3CE8BCCA8}" destId="{3A0A1E63-28E4-4DCA-B589-13CDF5454969}" srcOrd="0" destOrd="0" presId="urn:microsoft.com/office/officeart/2005/8/layout/vList3"/>
    <dgm:cxn modelId="{0C753B38-98B2-4064-87E5-3B2D22D2638B}" srcId="{B12318B4-F00D-4CE2-A393-17A3CE8BCCA8}" destId="{739298C3-F20A-4625-B394-D0DC12ED74A7}" srcOrd="0" destOrd="0" parTransId="{591FB3CB-842B-4265-BC1E-836939591DB4}" sibTransId="{A7F500D9-6189-4064-9F27-53B323399BC6}"/>
    <dgm:cxn modelId="{16630C97-66B7-497A-A363-920858CF4042}" type="presOf" srcId="{739298C3-F20A-4625-B394-D0DC12ED74A7}" destId="{EDFA9CF2-BE7C-4804-9BCD-EF073866F119}" srcOrd="0" destOrd="0" presId="urn:microsoft.com/office/officeart/2005/8/layout/vList3"/>
    <dgm:cxn modelId="{7F07F014-9028-4EB6-AFB8-DE3EDBD1F813}" type="presParOf" srcId="{3A0A1E63-28E4-4DCA-B589-13CDF5454969}" destId="{6A2D06A0-B2A6-429E-9FBF-3ABD75E424BA}" srcOrd="0" destOrd="0" presId="urn:microsoft.com/office/officeart/2005/8/layout/vList3"/>
    <dgm:cxn modelId="{C77ED167-7E69-48EE-9CFD-ED7C043B2759}" type="presParOf" srcId="{6A2D06A0-B2A6-429E-9FBF-3ABD75E424BA}" destId="{5DEC4DED-F47C-480C-BC2E-22CD050CA2F8}" srcOrd="0" destOrd="0" presId="urn:microsoft.com/office/officeart/2005/8/layout/vList3"/>
    <dgm:cxn modelId="{80147568-0F83-490C-A5A0-73282CCF5A42}" type="presParOf" srcId="{6A2D06A0-B2A6-429E-9FBF-3ABD75E424BA}" destId="{EDFA9CF2-BE7C-4804-9BCD-EF073866F11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14FF0C-D1C2-4F8C-9DD2-959548D867E6}">
      <dsp:nvSpPr>
        <dsp:cNvPr id="0" name=""/>
        <dsp:cNvSpPr/>
      </dsp:nvSpPr>
      <dsp:spPr>
        <a:xfrm>
          <a:off x="0" y="875341"/>
          <a:ext cx="10367074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smtClean="0"/>
            <a:t>Bootstrap</a:t>
          </a:r>
          <a:r>
            <a:rPr lang="ru-RU" sz="1200" kern="1200" smtClean="0"/>
            <a:t> это бесплатный фреймворк для веб‑разработки (HTML, CSS, JavaScript), который помогает </a:t>
          </a:r>
          <a:r>
            <a:rPr lang="ru-RU" sz="1200" b="1" kern="1200" smtClean="0"/>
            <a:t>быстро создавать адаптивные сайты</a:t>
          </a:r>
          <a:r>
            <a:rPr lang="ru-RU" sz="1200" kern="1200" smtClean="0"/>
            <a:t>.</a:t>
          </a:r>
          <a:endParaRPr lang="ru-RU" sz="1200" kern="1200"/>
        </a:p>
      </dsp:txBody>
      <dsp:txXfrm>
        <a:off x="14050" y="889391"/>
        <a:ext cx="10338974" cy="259719"/>
      </dsp:txXfrm>
    </dsp:sp>
    <dsp:sp modelId="{FE1C166C-7608-4C86-97AD-C5E31678BF0B}">
      <dsp:nvSpPr>
        <dsp:cNvPr id="0" name=""/>
        <dsp:cNvSpPr/>
      </dsp:nvSpPr>
      <dsp:spPr>
        <a:xfrm>
          <a:off x="0" y="1197721"/>
          <a:ext cx="10367074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smtClean="0"/>
            <a:t>Для чего нужен:</a:t>
          </a:r>
          <a:endParaRPr lang="ru-RU" sz="1200" kern="1200"/>
        </a:p>
      </dsp:txBody>
      <dsp:txXfrm>
        <a:off x="14050" y="1211771"/>
        <a:ext cx="10338974" cy="259719"/>
      </dsp:txXfrm>
    </dsp:sp>
    <dsp:sp modelId="{72C7C9CF-7CC9-43FD-8080-745C5665D30E}">
      <dsp:nvSpPr>
        <dsp:cNvPr id="0" name=""/>
        <dsp:cNvSpPr/>
      </dsp:nvSpPr>
      <dsp:spPr>
        <a:xfrm>
          <a:off x="0" y="1520101"/>
          <a:ext cx="10367074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smtClean="0"/>
            <a:t>Ускорить вёрстку</a:t>
          </a:r>
          <a:r>
            <a:rPr lang="ru-RU" sz="1200" kern="1200" smtClean="0"/>
            <a:t> вместо написания кода с нуля используются готовые классы и компоненты (кнопки, формы, меню и т. д.).</a:t>
          </a:r>
          <a:endParaRPr lang="ru-RU" sz="1200" kern="1200"/>
        </a:p>
      </dsp:txBody>
      <dsp:txXfrm>
        <a:off x="14050" y="1534151"/>
        <a:ext cx="10338974" cy="259719"/>
      </dsp:txXfrm>
    </dsp:sp>
    <dsp:sp modelId="{0C13F143-483D-43D9-9F71-5BFFFA393A4A}">
      <dsp:nvSpPr>
        <dsp:cNvPr id="0" name=""/>
        <dsp:cNvSpPr/>
      </dsp:nvSpPr>
      <dsp:spPr>
        <a:xfrm>
          <a:off x="0" y="1842481"/>
          <a:ext cx="10367074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smtClean="0"/>
            <a:t>Сделать сайт адаптивным</a:t>
          </a:r>
          <a:r>
            <a:rPr lang="ru-RU" sz="1200" kern="1200" smtClean="0"/>
            <a:t> макет автоматически подстраивается под экраны смартфонов, планшетов и компьютеров (благодаря сетке Grid System).</a:t>
          </a:r>
          <a:endParaRPr lang="ru-RU" sz="1200" kern="1200"/>
        </a:p>
      </dsp:txBody>
      <dsp:txXfrm>
        <a:off x="14050" y="1856531"/>
        <a:ext cx="10338974" cy="259719"/>
      </dsp:txXfrm>
    </dsp:sp>
    <dsp:sp modelId="{698FD788-32D7-478F-98BE-3122FF121BB2}">
      <dsp:nvSpPr>
        <dsp:cNvPr id="0" name=""/>
        <dsp:cNvSpPr/>
      </dsp:nvSpPr>
      <dsp:spPr>
        <a:xfrm>
          <a:off x="0" y="2164861"/>
          <a:ext cx="10367074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smtClean="0"/>
            <a:t>Обеспечить кроссбраузерность</a:t>
          </a:r>
          <a:r>
            <a:rPr lang="ru-RU" sz="1200" kern="1200" smtClean="0"/>
            <a:t>  сайт корректно отображается в разных браузерах.</a:t>
          </a:r>
          <a:endParaRPr lang="ru-RU" sz="1200" kern="1200"/>
        </a:p>
      </dsp:txBody>
      <dsp:txXfrm>
        <a:off x="14050" y="2178911"/>
        <a:ext cx="10338974" cy="259719"/>
      </dsp:txXfrm>
    </dsp:sp>
    <dsp:sp modelId="{A99F85F6-6C73-43DC-A158-09CD707F0579}">
      <dsp:nvSpPr>
        <dsp:cNvPr id="0" name=""/>
        <dsp:cNvSpPr/>
      </dsp:nvSpPr>
      <dsp:spPr>
        <a:xfrm>
          <a:off x="0" y="2487241"/>
          <a:ext cx="10367074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smtClean="0"/>
            <a:t>Добавить интерактивность</a:t>
          </a:r>
          <a:r>
            <a:rPr lang="ru-RU" sz="1200" kern="1200" smtClean="0"/>
            <a:t> есть готовые скрипты для модальных окон, каруселей, подсказок и др.</a:t>
          </a:r>
          <a:endParaRPr lang="ru-RU" sz="1200" kern="1200"/>
        </a:p>
      </dsp:txBody>
      <dsp:txXfrm>
        <a:off x="14050" y="2501291"/>
        <a:ext cx="10338974" cy="259719"/>
      </dsp:txXfrm>
    </dsp:sp>
    <dsp:sp modelId="{B094FC62-3F18-4B3D-B66B-29080D1002A0}">
      <dsp:nvSpPr>
        <dsp:cNvPr id="0" name=""/>
        <dsp:cNvSpPr/>
      </dsp:nvSpPr>
      <dsp:spPr>
        <a:xfrm>
          <a:off x="0" y="2809621"/>
          <a:ext cx="10367074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smtClean="0"/>
            <a:t>Унифицировать дизайн</a:t>
          </a:r>
          <a:r>
            <a:rPr lang="ru-RU" sz="1200" kern="1200" smtClean="0"/>
            <a:t> все элементы выглядят согласованно, что удобно при командной работе.</a:t>
          </a:r>
          <a:endParaRPr lang="ru-RU" sz="1200" kern="1200"/>
        </a:p>
      </dsp:txBody>
      <dsp:txXfrm>
        <a:off x="14050" y="2823671"/>
        <a:ext cx="10338974" cy="259719"/>
      </dsp:txXfrm>
    </dsp:sp>
    <dsp:sp modelId="{41235489-0D20-4DDA-BD05-4AB9E94FEC9C}">
      <dsp:nvSpPr>
        <dsp:cNvPr id="0" name=""/>
        <dsp:cNvSpPr/>
      </dsp:nvSpPr>
      <dsp:spPr>
        <a:xfrm>
          <a:off x="0" y="3132001"/>
          <a:ext cx="10367074" cy="28781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b="1" kern="1200" smtClean="0"/>
            <a:t>Упростить кастомизацию</a:t>
          </a:r>
          <a:r>
            <a:rPr lang="ru-RU" sz="1200" kern="1200" smtClean="0"/>
            <a:t> можно менять цвета, отступы и другие параметры через переменные (при работе с Sass).</a:t>
          </a:r>
          <a:endParaRPr lang="ru-RU" sz="1200" kern="1200"/>
        </a:p>
      </dsp:txBody>
      <dsp:txXfrm>
        <a:off x="14050" y="3146051"/>
        <a:ext cx="10338974" cy="2597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21594-254C-4BFD-8E69-195B86FB1C38}">
      <dsp:nvSpPr>
        <dsp:cNvPr id="0" name=""/>
        <dsp:cNvSpPr/>
      </dsp:nvSpPr>
      <dsp:spPr>
        <a:xfrm>
          <a:off x="0" y="349063"/>
          <a:ext cx="5114923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Плюсы:</a:t>
          </a:r>
          <a:endParaRPr lang="ru-RU" sz="1300" kern="1200"/>
        </a:p>
      </dsp:txBody>
      <dsp:txXfrm>
        <a:off x="25210" y="374273"/>
        <a:ext cx="5064503" cy="466007"/>
      </dsp:txXfrm>
    </dsp:sp>
    <dsp:sp modelId="{6770FDFA-701A-4355-B9CE-773DCC12B4F8}">
      <dsp:nvSpPr>
        <dsp:cNvPr id="0" name=""/>
        <dsp:cNvSpPr/>
      </dsp:nvSpPr>
      <dsp:spPr>
        <a:xfrm>
          <a:off x="0" y="902930"/>
          <a:ext cx="5114923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Ускорение разработки</a:t>
          </a:r>
          <a:r>
            <a:rPr lang="ru-RU" sz="1300" kern="1200" smtClean="0"/>
            <a:t> — готовые компоненты (кнопки, формы, меню) экономят время.</a:t>
          </a:r>
          <a:endParaRPr lang="ru-RU" sz="1300" kern="1200"/>
        </a:p>
      </dsp:txBody>
      <dsp:txXfrm>
        <a:off x="25210" y="928140"/>
        <a:ext cx="5064503" cy="466007"/>
      </dsp:txXfrm>
    </dsp:sp>
    <dsp:sp modelId="{1E1E5E5F-B089-4F12-A996-015E0844E110}">
      <dsp:nvSpPr>
        <dsp:cNvPr id="0" name=""/>
        <dsp:cNvSpPr/>
      </dsp:nvSpPr>
      <dsp:spPr>
        <a:xfrm>
          <a:off x="0" y="1456797"/>
          <a:ext cx="5114923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Адаптивность «из коробки»</a:t>
          </a:r>
          <a:r>
            <a:rPr lang="ru-RU" sz="1300" kern="1200" smtClean="0"/>
            <a:t> — сайт автоматически подстраивается под разные устройства (смартфоны, планшеты, ПК).</a:t>
          </a:r>
          <a:endParaRPr lang="ru-RU" sz="1300" kern="1200"/>
        </a:p>
      </dsp:txBody>
      <dsp:txXfrm>
        <a:off x="25210" y="1482007"/>
        <a:ext cx="5064503" cy="466007"/>
      </dsp:txXfrm>
    </dsp:sp>
    <dsp:sp modelId="{53B7BB40-CD93-4011-A3AA-8328FD824855}">
      <dsp:nvSpPr>
        <dsp:cNvPr id="0" name=""/>
        <dsp:cNvSpPr/>
      </dsp:nvSpPr>
      <dsp:spPr>
        <a:xfrm>
          <a:off x="0" y="2010664"/>
          <a:ext cx="5114923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Кроссбраузерность</a:t>
          </a:r>
          <a:r>
            <a:rPr lang="ru-RU" sz="1300" kern="1200" smtClean="0"/>
            <a:t> — компоненты протестированы и работают в большинстве современных браузеров.</a:t>
          </a:r>
          <a:endParaRPr lang="ru-RU" sz="1300" kern="1200"/>
        </a:p>
      </dsp:txBody>
      <dsp:txXfrm>
        <a:off x="25210" y="2035874"/>
        <a:ext cx="5064503" cy="466007"/>
      </dsp:txXfrm>
    </dsp:sp>
    <dsp:sp modelId="{1E786EC5-5ACC-4A20-BC5A-E9C2CE98D9D3}">
      <dsp:nvSpPr>
        <dsp:cNvPr id="0" name=""/>
        <dsp:cNvSpPr/>
      </dsp:nvSpPr>
      <dsp:spPr>
        <a:xfrm>
          <a:off x="0" y="2564531"/>
          <a:ext cx="5114923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Простота освоения</a:t>
          </a:r>
          <a:r>
            <a:rPr lang="ru-RU" sz="1300" kern="1200" smtClean="0"/>
            <a:t> — подходит для новичков: достаточно знать основы HTML и CSS.</a:t>
          </a:r>
          <a:endParaRPr lang="ru-RU" sz="1300" kern="1200"/>
        </a:p>
      </dsp:txBody>
      <dsp:txXfrm>
        <a:off x="25210" y="2589741"/>
        <a:ext cx="5064503" cy="466007"/>
      </dsp:txXfrm>
    </dsp:sp>
    <dsp:sp modelId="{85FB6887-6B7E-4D9C-9318-B39483E280A1}">
      <dsp:nvSpPr>
        <dsp:cNvPr id="0" name=""/>
        <dsp:cNvSpPr/>
      </dsp:nvSpPr>
      <dsp:spPr>
        <a:xfrm>
          <a:off x="0" y="3118398"/>
          <a:ext cx="5114923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Большая библиотека компонентов</a:t>
          </a:r>
          <a:r>
            <a:rPr lang="ru-RU" sz="1300" kern="1200" smtClean="0"/>
            <a:t> — есть всё для типового сайта: карточки, модальные окна, карусели, вкладки.</a:t>
          </a:r>
          <a:endParaRPr lang="ru-RU" sz="1300" kern="1200"/>
        </a:p>
      </dsp:txBody>
      <dsp:txXfrm>
        <a:off x="25210" y="3143608"/>
        <a:ext cx="5064503" cy="466007"/>
      </dsp:txXfrm>
    </dsp:sp>
    <dsp:sp modelId="{E5248337-D695-4B63-BCC5-6AF3BC687519}">
      <dsp:nvSpPr>
        <dsp:cNvPr id="0" name=""/>
        <dsp:cNvSpPr/>
      </dsp:nvSpPr>
      <dsp:spPr>
        <a:xfrm>
          <a:off x="0" y="3672265"/>
          <a:ext cx="5114923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Активное сообщество и документация</a:t>
          </a:r>
          <a:r>
            <a:rPr lang="ru-RU" sz="1300" kern="1200" smtClean="0"/>
            <a:t> — легко найти ответы на вопросы, примеры кода, плагины.</a:t>
          </a:r>
          <a:endParaRPr lang="ru-RU" sz="1300" kern="1200"/>
        </a:p>
      </dsp:txBody>
      <dsp:txXfrm>
        <a:off x="25210" y="3697475"/>
        <a:ext cx="5064503" cy="466007"/>
      </dsp:txXfrm>
    </dsp:sp>
    <dsp:sp modelId="{C3C5CD1B-7F85-4833-85FE-7BE625ED8E3E}">
      <dsp:nvSpPr>
        <dsp:cNvPr id="0" name=""/>
        <dsp:cNvSpPr/>
      </dsp:nvSpPr>
      <dsp:spPr>
        <a:xfrm>
          <a:off x="0" y="4226132"/>
          <a:ext cx="5114923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Гибкость кастомизации</a:t>
          </a:r>
          <a:r>
            <a:rPr lang="ru-RU" sz="1300" kern="1200" smtClean="0"/>
            <a:t> — можно менять стили через Sass-переменные (цвета, отступы, шрифты).</a:t>
          </a:r>
          <a:endParaRPr lang="ru-RU" sz="1300" kern="1200"/>
        </a:p>
      </dsp:txBody>
      <dsp:txXfrm>
        <a:off x="25210" y="4251342"/>
        <a:ext cx="5064503" cy="466007"/>
      </dsp:txXfrm>
    </dsp:sp>
    <dsp:sp modelId="{B5DDA536-C1D9-482B-A9D0-49B2748659F7}">
      <dsp:nvSpPr>
        <dsp:cNvPr id="0" name=""/>
        <dsp:cNvSpPr/>
      </dsp:nvSpPr>
      <dsp:spPr>
        <a:xfrm>
          <a:off x="0" y="4779999"/>
          <a:ext cx="5114923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dirty="0" smtClean="0"/>
            <a:t>Совместимость с другими библиотеками и </a:t>
          </a:r>
          <a:r>
            <a:rPr lang="ru-RU" sz="1300" b="1" kern="1200" dirty="0" err="1" smtClean="0"/>
            <a:t>фреймворками</a:t>
          </a:r>
          <a:r>
            <a:rPr lang="ru-RU" sz="1300" kern="1200" dirty="0" smtClean="0"/>
            <a:t> (</a:t>
          </a:r>
          <a:r>
            <a:rPr lang="ru-RU" sz="1300" kern="1200" dirty="0" err="1" smtClean="0"/>
            <a:t>React</a:t>
          </a:r>
          <a:r>
            <a:rPr lang="ru-RU" sz="1300" kern="1200" dirty="0" smtClean="0"/>
            <a:t>, </a:t>
          </a:r>
          <a:r>
            <a:rPr lang="ru-RU" sz="1300" kern="1200" dirty="0" err="1" smtClean="0"/>
            <a:t>Vue</a:t>
          </a:r>
          <a:r>
            <a:rPr lang="ru-RU" sz="1300" kern="1200" dirty="0" smtClean="0"/>
            <a:t> и др.).</a:t>
          </a:r>
          <a:endParaRPr lang="ru-RU" sz="1300" kern="1200" dirty="0"/>
        </a:p>
      </dsp:txBody>
      <dsp:txXfrm>
        <a:off x="25210" y="4805209"/>
        <a:ext cx="5064503" cy="466007"/>
      </dsp:txXfrm>
    </dsp:sp>
    <dsp:sp modelId="{F9747E76-4ECD-479F-8B94-44E335FC7666}">
      <dsp:nvSpPr>
        <dsp:cNvPr id="0" name=""/>
        <dsp:cNvSpPr/>
      </dsp:nvSpPr>
      <dsp:spPr>
        <a:xfrm>
          <a:off x="0" y="5333866"/>
          <a:ext cx="5114923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Экономия ресурсов</a:t>
          </a:r>
          <a:r>
            <a:rPr lang="ru-RU" sz="1300" kern="1200" smtClean="0"/>
            <a:t> — не нужно писать много CSS для базовых задач.</a:t>
          </a:r>
          <a:endParaRPr lang="ru-RU" sz="1300" kern="1200"/>
        </a:p>
      </dsp:txBody>
      <dsp:txXfrm>
        <a:off x="25210" y="5359076"/>
        <a:ext cx="5064503" cy="466007"/>
      </dsp:txXfrm>
    </dsp:sp>
    <dsp:sp modelId="{00B0A431-1D41-43A7-BFC4-F32A0B88FCF2}">
      <dsp:nvSpPr>
        <dsp:cNvPr id="0" name=""/>
        <dsp:cNvSpPr/>
      </dsp:nvSpPr>
      <dsp:spPr>
        <a:xfrm>
          <a:off x="0" y="5887733"/>
          <a:ext cx="5114923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dirty="0" smtClean="0"/>
            <a:t>Унификация дизайна</a:t>
          </a:r>
          <a:r>
            <a:rPr lang="ru-RU" sz="1300" kern="1200" dirty="0" smtClean="0"/>
            <a:t> — элементы выглядят согласованно, что важно для командных проектов.</a:t>
          </a:r>
          <a:endParaRPr lang="ru-RU" sz="1300" kern="1200" dirty="0"/>
        </a:p>
      </dsp:txBody>
      <dsp:txXfrm>
        <a:off x="25210" y="5912943"/>
        <a:ext cx="5064503" cy="466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068DE4-2C6A-4C5C-AB1C-536B12A42855}">
      <dsp:nvSpPr>
        <dsp:cNvPr id="0" name=""/>
        <dsp:cNvSpPr/>
      </dsp:nvSpPr>
      <dsp:spPr>
        <a:xfrm>
          <a:off x="0" y="244289"/>
          <a:ext cx="5610225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Минусы:</a:t>
          </a:r>
          <a:endParaRPr lang="ru-RU" sz="1300" kern="1200"/>
        </a:p>
      </dsp:txBody>
      <dsp:txXfrm>
        <a:off x="25210" y="269499"/>
        <a:ext cx="5559805" cy="466007"/>
      </dsp:txXfrm>
    </dsp:sp>
    <dsp:sp modelId="{7CFDF3B2-5B4F-4FE9-B7C8-7BE9C91A91B3}">
      <dsp:nvSpPr>
        <dsp:cNvPr id="0" name=""/>
        <dsp:cNvSpPr/>
      </dsp:nvSpPr>
      <dsp:spPr>
        <a:xfrm>
          <a:off x="0" y="798156"/>
          <a:ext cx="5610225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Избыточный код</a:t>
          </a:r>
          <a:r>
            <a:rPr lang="ru-RU" sz="1300" kern="1200" smtClean="0"/>
            <a:t> — стандартная сборка включает много стилей, которые могут не использоваться в проекте, что увеличивает размер CSS.</a:t>
          </a:r>
          <a:endParaRPr lang="ru-RU" sz="1300" kern="1200"/>
        </a:p>
      </dsp:txBody>
      <dsp:txXfrm>
        <a:off x="25210" y="823366"/>
        <a:ext cx="5559805" cy="466007"/>
      </dsp:txXfrm>
    </dsp:sp>
    <dsp:sp modelId="{9E9060E3-313F-48B0-87E6-2C73815D7963}">
      <dsp:nvSpPr>
        <dsp:cNvPr id="0" name=""/>
        <dsp:cNvSpPr/>
      </dsp:nvSpPr>
      <dsp:spPr>
        <a:xfrm>
          <a:off x="0" y="1352023"/>
          <a:ext cx="5610225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«Стандартный» внешний вид</a:t>
          </a:r>
          <a:r>
            <a:rPr lang="ru-RU" sz="1300" kern="1200" smtClean="0"/>
            <a:t> — без кастомизации сайты выглядят однообразно, сложно добиться уникального дизайна.</a:t>
          </a:r>
          <a:endParaRPr lang="ru-RU" sz="1300" kern="1200"/>
        </a:p>
      </dsp:txBody>
      <dsp:txXfrm>
        <a:off x="25210" y="1377233"/>
        <a:ext cx="5559805" cy="466007"/>
      </dsp:txXfrm>
    </dsp:sp>
    <dsp:sp modelId="{965FF3B5-0E36-4070-999A-E34D12B9720C}">
      <dsp:nvSpPr>
        <dsp:cNvPr id="0" name=""/>
        <dsp:cNvSpPr/>
      </dsp:nvSpPr>
      <dsp:spPr>
        <a:xfrm>
          <a:off x="0" y="1905890"/>
          <a:ext cx="5610225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dirty="0" smtClean="0"/>
            <a:t>Ограничения для сложных интерфейсов</a:t>
          </a:r>
          <a:r>
            <a:rPr lang="ru-RU" sz="1300" kern="1200" dirty="0" smtClean="0"/>
            <a:t> — нестандартные макеты может быть сложно реализовать с помощью готовых компонентов.</a:t>
          </a:r>
          <a:endParaRPr lang="ru-RU" sz="1300" kern="1200" dirty="0"/>
        </a:p>
      </dsp:txBody>
      <dsp:txXfrm>
        <a:off x="25210" y="1931100"/>
        <a:ext cx="5559805" cy="466007"/>
      </dsp:txXfrm>
    </dsp:sp>
    <dsp:sp modelId="{3E28C438-C809-47B7-A18F-D8395C091326}">
      <dsp:nvSpPr>
        <dsp:cNvPr id="0" name=""/>
        <dsp:cNvSpPr/>
      </dsp:nvSpPr>
      <dsp:spPr>
        <a:xfrm>
          <a:off x="0" y="2459757"/>
          <a:ext cx="5610225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Зависимость от сторонних файлов</a:t>
          </a:r>
          <a:r>
            <a:rPr lang="ru-RU" sz="1300" kern="1200" smtClean="0"/>
            <a:t> (например, при подключении через CDN).</a:t>
          </a:r>
          <a:endParaRPr lang="ru-RU" sz="1300" kern="1200"/>
        </a:p>
      </dsp:txBody>
      <dsp:txXfrm>
        <a:off x="25210" y="2484967"/>
        <a:ext cx="5559805" cy="466007"/>
      </dsp:txXfrm>
    </dsp:sp>
    <dsp:sp modelId="{413A9FCE-F193-4A0B-B505-C5A424798C1A}">
      <dsp:nvSpPr>
        <dsp:cNvPr id="0" name=""/>
        <dsp:cNvSpPr/>
      </dsp:nvSpPr>
      <dsp:spPr>
        <a:xfrm>
          <a:off x="0" y="3013624"/>
          <a:ext cx="5610225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Возможные конфликты стилей</a:t>
          </a:r>
          <a:r>
            <a:rPr lang="ru-RU" sz="1300" kern="1200" smtClean="0"/>
            <a:t> — если в проекте используются другие CSS-библиотеки.</a:t>
          </a:r>
          <a:endParaRPr lang="ru-RU" sz="1300" kern="1200"/>
        </a:p>
      </dsp:txBody>
      <dsp:txXfrm>
        <a:off x="25210" y="3038834"/>
        <a:ext cx="5559805" cy="466007"/>
      </dsp:txXfrm>
    </dsp:sp>
    <dsp:sp modelId="{36F761A4-54AC-4CB2-88C3-9941E4615923}">
      <dsp:nvSpPr>
        <dsp:cNvPr id="0" name=""/>
        <dsp:cNvSpPr/>
      </dsp:nvSpPr>
      <dsp:spPr>
        <a:xfrm>
          <a:off x="0" y="3567491"/>
          <a:ext cx="5610225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dirty="0" smtClean="0"/>
            <a:t>Необходимость изучения специфики Bootstrap</a:t>
          </a:r>
          <a:r>
            <a:rPr lang="ru-RU" sz="1300" kern="1200" dirty="0" smtClean="0"/>
            <a:t> (система сетки, классы, утилиты) — это дополнительный порог входа.</a:t>
          </a:r>
          <a:endParaRPr lang="ru-RU" sz="1300" kern="1200" dirty="0"/>
        </a:p>
      </dsp:txBody>
      <dsp:txXfrm>
        <a:off x="25210" y="3592701"/>
        <a:ext cx="5559805" cy="466007"/>
      </dsp:txXfrm>
    </dsp:sp>
    <dsp:sp modelId="{AFF049F7-F2FC-4ADD-8E80-AF34DEE205AB}">
      <dsp:nvSpPr>
        <dsp:cNvPr id="0" name=""/>
        <dsp:cNvSpPr/>
      </dsp:nvSpPr>
      <dsp:spPr>
        <a:xfrm>
          <a:off x="0" y="4121358"/>
          <a:ext cx="5610225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Влияние на производительность</a:t>
          </a:r>
          <a:r>
            <a:rPr lang="ru-RU" sz="1300" kern="1200" smtClean="0"/>
            <a:t> — большое количество JS-плагинов может замедлить работу сайта.</a:t>
          </a:r>
          <a:endParaRPr lang="ru-RU" sz="1300" kern="1200"/>
        </a:p>
      </dsp:txBody>
      <dsp:txXfrm>
        <a:off x="25210" y="4146568"/>
        <a:ext cx="5559805" cy="466007"/>
      </dsp:txXfrm>
    </dsp:sp>
    <dsp:sp modelId="{6FAFBF03-E018-4823-8058-76C4E201BC7E}">
      <dsp:nvSpPr>
        <dsp:cNvPr id="0" name=""/>
        <dsp:cNvSpPr/>
      </dsp:nvSpPr>
      <dsp:spPr>
        <a:xfrm>
          <a:off x="0" y="4675225"/>
          <a:ext cx="5610225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dirty="0" smtClean="0"/>
            <a:t>Обновления и совместимость</a:t>
          </a:r>
          <a:r>
            <a:rPr lang="ru-RU" sz="1300" kern="1200" dirty="0" smtClean="0"/>
            <a:t> — при переходе на новую версию Bootstrap могут возникнуть проблемы с уже написанным кодом.</a:t>
          </a:r>
          <a:endParaRPr lang="ru-RU" sz="1300" kern="1200" dirty="0"/>
        </a:p>
      </dsp:txBody>
      <dsp:txXfrm>
        <a:off x="25210" y="4700435"/>
        <a:ext cx="5559805" cy="466007"/>
      </dsp:txXfrm>
    </dsp:sp>
    <dsp:sp modelId="{90151428-30B9-4815-B682-F2B25E23F34C}">
      <dsp:nvSpPr>
        <dsp:cNvPr id="0" name=""/>
        <dsp:cNvSpPr/>
      </dsp:nvSpPr>
      <dsp:spPr>
        <a:xfrm>
          <a:off x="0" y="5229092"/>
          <a:ext cx="5610225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Лишние HTTP-запросы</a:t>
          </a:r>
          <a:r>
            <a:rPr lang="ru-RU" sz="1300" kern="1200" smtClean="0"/>
            <a:t> — при подключении через CDN загружаются дополнительные файлы (CSS, JS).</a:t>
          </a:r>
          <a:endParaRPr lang="ru-RU" sz="1300" kern="1200"/>
        </a:p>
      </dsp:txBody>
      <dsp:txXfrm>
        <a:off x="25210" y="5254302"/>
        <a:ext cx="5559805" cy="466007"/>
      </dsp:txXfrm>
    </dsp:sp>
    <dsp:sp modelId="{D7839B4E-EF84-49B9-AB02-DFE70A8F228E}">
      <dsp:nvSpPr>
        <dsp:cNvPr id="0" name=""/>
        <dsp:cNvSpPr/>
      </dsp:nvSpPr>
      <dsp:spPr>
        <a:xfrm>
          <a:off x="0" y="5782959"/>
          <a:ext cx="5610225" cy="51642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1" kern="1200" smtClean="0"/>
            <a:t>Не всегда оптимален для мелких проектов</a:t>
          </a:r>
          <a:r>
            <a:rPr lang="ru-RU" sz="1300" kern="1200" smtClean="0"/>
            <a:t> — для простых одностраничных сайтов избыточен.</a:t>
          </a:r>
          <a:endParaRPr lang="ru-RU" sz="1300" kern="1200"/>
        </a:p>
      </dsp:txBody>
      <dsp:txXfrm>
        <a:off x="25210" y="5808169"/>
        <a:ext cx="5559805" cy="4660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A325CF-844D-4C78-807B-4C2CF14AFA2D}">
      <dsp:nvSpPr>
        <dsp:cNvPr id="0" name=""/>
        <dsp:cNvSpPr/>
      </dsp:nvSpPr>
      <dsp:spPr>
        <a:xfrm>
          <a:off x="1451" y="620788"/>
          <a:ext cx="1181911" cy="32593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b="1" kern="1200" smtClean="0"/>
            <a:t>Шаблоны для типовых страниц:</a:t>
          </a:r>
          <a:endParaRPr lang="ru-RU" sz="900" kern="1200"/>
        </a:p>
      </dsp:txBody>
      <dsp:txXfrm>
        <a:off x="1451" y="620788"/>
        <a:ext cx="1181911" cy="325938"/>
      </dsp:txXfrm>
    </dsp:sp>
    <dsp:sp modelId="{424BB05B-BEBB-4954-8C37-7C32F44D88B7}">
      <dsp:nvSpPr>
        <dsp:cNvPr id="0" name=""/>
        <dsp:cNvSpPr/>
      </dsp:nvSpPr>
      <dsp:spPr>
        <a:xfrm>
          <a:off x="1451" y="946726"/>
          <a:ext cx="1181911" cy="301401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лендинги (с использованием компонентов «Heroes» — яркие блоки с призывом к действию);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страницы с ценами («Pricing» — карточки с тарифами);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формы заказа («Checkout» — с валидацией полей);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портфолио («Album» — одностраничный шаблон для фотогалереи);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блоги («Blog» — макет с навигацией и выделенным контентом).</a:t>
          </a:r>
          <a:endParaRPr lang="ru-RU" sz="900" kern="1200"/>
        </a:p>
      </dsp:txBody>
      <dsp:txXfrm>
        <a:off x="1451" y="946726"/>
        <a:ext cx="1181911" cy="3014010"/>
      </dsp:txXfrm>
    </dsp:sp>
    <dsp:sp modelId="{C384BA57-A49C-424B-89FE-BDA6B445B482}">
      <dsp:nvSpPr>
        <dsp:cNvPr id="0" name=""/>
        <dsp:cNvSpPr/>
      </dsp:nvSpPr>
      <dsp:spPr>
        <a:xfrm>
          <a:off x="1348831" y="620788"/>
          <a:ext cx="1181911" cy="32593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b="1" kern="1200" smtClean="0"/>
            <a:t>Компоненты UI:</a:t>
          </a:r>
          <a:endParaRPr lang="ru-RU" sz="900" kern="1200"/>
        </a:p>
      </dsp:txBody>
      <dsp:txXfrm>
        <a:off x="1348831" y="620788"/>
        <a:ext cx="1181911" cy="325938"/>
      </dsp:txXfrm>
    </dsp:sp>
    <dsp:sp modelId="{EB5623F3-FFCD-412D-AF81-1B1B05B35CDF}">
      <dsp:nvSpPr>
        <dsp:cNvPr id="0" name=""/>
        <dsp:cNvSpPr/>
      </dsp:nvSpPr>
      <dsp:spPr>
        <a:xfrm>
          <a:off x="1348831" y="946726"/>
          <a:ext cx="1181911" cy="301401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кнопки с разными состояниями («Buttons»);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навигационные панели («Navbars») — фиксированные или статические;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модальные окна («Modals») для уведомлений или форм;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карусели («Carousel») для слайдеров;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карточки («Cards») для отображения информации.</a:t>
          </a:r>
          <a:endParaRPr lang="ru-RU" sz="900" kern="1200"/>
        </a:p>
      </dsp:txBody>
      <dsp:txXfrm>
        <a:off x="1348831" y="946726"/>
        <a:ext cx="1181911" cy="3014010"/>
      </dsp:txXfrm>
    </dsp:sp>
    <dsp:sp modelId="{5E171FD3-AB93-41FD-94FD-1E3EDAB7CE10}">
      <dsp:nvSpPr>
        <dsp:cNvPr id="0" name=""/>
        <dsp:cNvSpPr/>
      </dsp:nvSpPr>
      <dsp:spPr>
        <a:xfrm>
          <a:off x="2696210" y="620788"/>
          <a:ext cx="1181911" cy="32593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b="1" kern="1200" smtClean="0"/>
            <a:t>Макетные структуры:</a:t>
          </a:r>
          <a:endParaRPr lang="ru-RU" sz="900" kern="1200"/>
        </a:p>
      </dsp:txBody>
      <dsp:txXfrm>
        <a:off x="2696210" y="620788"/>
        <a:ext cx="1181911" cy="325938"/>
      </dsp:txXfrm>
    </dsp:sp>
    <dsp:sp modelId="{1FB938D1-579B-4CF4-97CA-202610736946}">
      <dsp:nvSpPr>
        <dsp:cNvPr id="0" name=""/>
        <dsp:cNvSpPr/>
      </dsp:nvSpPr>
      <dsp:spPr>
        <a:xfrm>
          <a:off x="2696210" y="946726"/>
          <a:ext cx="1181911" cy="301401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сетка из 12 колонок («Grid») для размещения контента;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боковые панели («Sidebars») для меню или дополнительных блоков;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футеры («Footers») — прикреплённые к низу страницы.</a:t>
          </a:r>
          <a:endParaRPr lang="ru-RU" sz="900" kern="1200"/>
        </a:p>
      </dsp:txBody>
      <dsp:txXfrm>
        <a:off x="2696210" y="946726"/>
        <a:ext cx="1181911" cy="3014010"/>
      </dsp:txXfrm>
    </dsp:sp>
    <dsp:sp modelId="{FA873F0A-4E74-416D-A0E5-295B50054F6F}">
      <dsp:nvSpPr>
        <dsp:cNvPr id="0" name=""/>
        <dsp:cNvSpPr/>
      </dsp:nvSpPr>
      <dsp:spPr>
        <a:xfrm>
          <a:off x="4043590" y="620788"/>
          <a:ext cx="1181911" cy="32593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b="1" kern="1200" smtClean="0"/>
            <a:t>Административные панели:</a:t>
          </a:r>
          <a:endParaRPr lang="ru-RU" sz="900" kern="1200"/>
        </a:p>
      </dsp:txBody>
      <dsp:txXfrm>
        <a:off x="4043590" y="620788"/>
        <a:ext cx="1181911" cy="325938"/>
      </dsp:txXfrm>
    </dsp:sp>
    <dsp:sp modelId="{4FE3E0D8-5A14-436C-8C10-3A509B4DD747}">
      <dsp:nvSpPr>
        <dsp:cNvPr id="0" name=""/>
        <dsp:cNvSpPr/>
      </dsp:nvSpPr>
      <dsp:spPr>
        <a:xfrm>
          <a:off x="4043590" y="946726"/>
          <a:ext cx="1181911" cy="301401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оболочка панели администратора («Dashboard») с фиксированной боковой панелью;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формы входа («Sign-in») с кастомным дизайном.</a:t>
          </a:r>
          <a:endParaRPr lang="ru-RU" sz="900" kern="1200"/>
        </a:p>
      </dsp:txBody>
      <dsp:txXfrm>
        <a:off x="4043590" y="946726"/>
        <a:ext cx="1181911" cy="3014010"/>
      </dsp:txXfrm>
    </dsp:sp>
    <dsp:sp modelId="{63A8420C-F183-490D-9F39-E332FD20F9C5}">
      <dsp:nvSpPr>
        <dsp:cNvPr id="0" name=""/>
        <dsp:cNvSpPr/>
      </dsp:nvSpPr>
      <dsp:spPr>
        <a:xfrm>
          <a:off x="5390969" y="620788"/>
          <a:ext cx="1181911" cy="32593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b="1" kern="1200" smtClean="0"/>
            <a:t>Специальные элементы:</a:t>
          </a:r>
          <a:endParaRPr lang="ru-RU" sz="900" kern="1200"/>
        </a:p>
      </dsp:txBody>
      <dsp:txXfrm>
        <a:off x="5390969" y="620788"/>
        <a:ext cx="1181911" cy="325938"/>
      </dsp:txXfrm>
    </dsp:sp>
    <dsp:sp modelId="{37118C87-CABF-43F6-AD53-6962DF2DC316}">
      <dsp:nvSpPr>
        <dsp:cNvPr id="0" name=""/>
        <dsp:cNvSpPr/>
      </dsp:nvSpPr>
      <dsp:spPr>
        <a:xfrm>
          <a:off x="5390969" y="946726"/>
          <a:ext cx="1181911" cy="301401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«Jumbotron» — крупные блоки с текстом и призывом к действию;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хлебные крошки («Breadcrumbs») для навигации по сайту;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списки групп («List Groups») с настраиваемыми стилями;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выпадающие списки («Dropdowns») с иконками и фильтрами.</a:t>
          </a:r>
          <a:endParaRPr lang="ru-RU" sz="900" kern="1200"/>
        </a:p>
      </dsp:txBody>
      <dsp:txXfrm>
        <a:off x="5390969" y="946726"/>
        <a:ext cx="1181911" cy="3014010"/>
      </dsp:txXfrm>
    </dsp:sp>
    <dsp:sp modelId="{72930272-3FC6-4DA9-8752-5B60A8644A5C}">
      <dsp:nvSpPr>
        <dsp:cNvPr id="0" name=""/>
        <dsp:cNvSpPr/>
      </dsp:nvSpPr>
      <dsp:spPr>
        <a:xfrm>
          <a:off x="6738349" y="620788"/>
          <a:ext cx="1181911" cy="32593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b="1" kern="1200" smtClean="0"/>
            <a:t>Адаптивные решения:</a:t>
          </a:r>
          <a:endParaRPr lang="ru-RU" sz="900" kern="1200"/>
        </a:p>
      </dsp:txBody>
      <dsp:txXfrm>
        <a:off x="6738349" y="620788"/>
        <a:ext cx="1181911" cy="325938"/>
      </dsp:txXfrm>
    </dsp:sp>
    <dsp:sp modelId="{75252B9B-A041-481B-8ADD-C7E99956B5FB}">
      <dsp:nvSpPr>
        <dsp:cNvPr id="0" name=""/>
        <dsp:cNvSpPr/>
      </dsp:nvSpPr>
      <dsp:spPr>
        <a:xfrm>
          <a:off x="6738349" y="946726"/>
          <a:ext cx="1181911" cy="301401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панели навигации с «offcanvas» (выезжающее меню);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статические и фиксированные верхние панели навигации;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нижние панели навигации с дополнительным контентом.</a:t>
          </a:r>
          <a:endParaRPr lang="ru-RU" sz="900" kern="1200"/>
        </a:p>
      </dsp:txBody>
      <dsp:txXfrm>
        <a:off x="6738349" y="946726"/>
        <a:ext cx="1181911" cy="3014010"/>
      </dsp:txXfrm>
    </dsp:sp>
    <dsp:sp modelId="{ECE7BCBC-2FAD-4DFF-BBC1-5CED71629F33}">
      <dsp:nvSpPr>
        <dsp:cNvPr id="0" name=""/>
        <dsp:cNvSpPr/>
      </dsp:nvSpPr>
      <dsp:spPr>
        <a:xfrm>
          <a:off x="8085729" y="620788"/>
          <a:ext cx="1181911" cy="32593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b="1" kern="1200" smtClean="0"/>
            <a:t>Интеграции:</a:t>
          </a:r>
          <a:endParaRPr lang="ru-RU" sz="900" kern="1200"/>
        </a:p>
      </dsp:txBody>
      <dsp:txXfrm>
        <a:off x="8085729" y="620788"/>
        <a:ext cx="1181911" cy="325938"/>
      </dsp:txXfrm>
    </dsp:sp>
    <dsp:sp modelId="{78CE9EA6-C85E-408E-9684-9B04995B1EA9}">
      <dsp:nvSpPr>
        <dsp:cNvPr id="0" name=""/>
        <dsp:cNvSpPr/>
      </dsp:nvSpPr>
      <dsp:spPr>
        <a:xfrm>
          <a:off x="8085729" y="946726"/>
          <a:ext cx="1181911" cy="301401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/>
            <a:t>сочетание сетки Bootstrap с макетом </a:t>
          </a:r>
          <a:r>
            <a:rPr lang="ru-RU" sz="900" kern="1200" dirty="0" err="1" smtClean="0"/>
            <a:t>Masonry</a:t>
          </a:r>
          <a:r>
            <a:rPr lang="ru-RU" sz="900" kern="1200" dirty="0" smtClean="0"/>
            <a:t>;</a:t>
          </a:r>
          <a:endParaRPr lang="ru-RU" sz="900" kern="1200" dirty="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RTL-версии компонентов (для языков с правосторонним чтением).</a:t>
          </a:r>
          <a:endParaRPr lang="ru-RU" sz="900" kern="1200"/>
        </a:p>
      </dsp:txBody>
      <dsp:txXfrm>
        <a:off x="8085729" y="946726"/>
        <a:ext cx="1181911" cy="3014010"/>
      </dsp:txXfrm>
    </dsp:sp>
    <dsp:sp modelId="{76AE9072-589D-43EA-A54E-18E602933102}">
      <dsp:nvSpPr>
        <dsp:cNvPr id="0" name=""/>
        <dsp:cNvSpPr/>
      </dsp:nvSpPr>
      <dsp:spPr>
        <a:xfrm>
          <a:off x="9433108" y="620788"/>
          <a:ext cx="1181911" cy="32593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900" b="1" kern="1200" smtClean="0"/>
            <a:t>Прототипирование:</a:t>
          </a:r>
          <a:endParaRPr lang="ru-RU" sz="900" kern="1200"/>
        </a:p>
      </dsp:txBody>
      <dsp:txXfrm>
        <a:off x="9433108" y="620788"/>
        <a:ext cx="1181911" cy="325938"/>
      </dsp:txXfrm>
    </dsp:sp>
    <dsp:sp modelId="{FECDC6D6-E379-43A4-9794-A6BA4F9D2FF3}">
      <dsp:nvSpPr>
        <dsp:cNvPr id="0" name=""/>
        <dsp:cNvSpPr/>
      </dsp:nvSpPr>
      <dsp:spPr>
        <a:xfrm>
          <a:off x="9433108" y="946726"/>
          <a:ext cx="1181911" cy="301401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стартовый шаблон («Starter template») с базовым CSS и JavaScript;</a:t>
          </a:r>
          <a:endParaRPr lang="ru-RU" sz="900" kern="120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smtClean="0"/>
            <a:t>шпаргалка компонентов («Cheatsheet») для быстрого ознакомления.</a:t>
          </a:r>
          <a:endParaRPr lang="ru-RU" sz="900" kern="1200"/>
        </a:p>
      </dsp:txBody>
      <dsp:txXfrm>
        <a:off x="9433108" y="946726"/>
        <a:ext cx="1181911" cy="30140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A9CF2-BE7C-4804-9BCD-EF073866F119}">
      <dsp:nvSpPr>
        <dsp:cNvPr id="0" name=""/>
        <dsp:cNvSpPr/>
      </dsp:nvSpPr>
      <dsp:spPr>
        <a:xfrm rot="10800000">
          <a:off x="2297990" y="0"/>
          <a:ext cx="6920603" cy="2219325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78661" tIns="57150" rIns="106680" bIns="571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smtClean="0"/>
            <a:t>Bootstrap — популярный CSS-фреймворк для быстрой разработки адаптивных сайтов. Объединяет готовую сетку, UI-компоненты (кнопки, формы, навигационные панели), утилитарные классы и JS-плагины. Ускоряет вёрстку, обеспечивает единообразие и кроссбраузерность. Подходит для прототипов, лендингов, админ-панелей. Имеет минусы: избыточный код, риск «шаблонного» дизайна, возможные конфликты стилей. Оптимален для типовых проектов, но требует оценки для нестандартных задач.</a:t>
          </a:r>
          <a:endParaRPr lang="ru-RU" sz="1500" kern="1200"/>
        </a:p>
      </dsp:txBody>
      <dsp:txXfrm rot="10800000">
        <a:off x="2852821" y="0"/>
        <a:ext cx="6365772" cy="2219325"/>
      </dsp:txXfrm>
    </dsp:sp>
    <dsp:sp modelId="{5DEC4DED-F47C-480C-BC2E-22CD050CA2F8}">
      <dsp:nvSpPr>
        <dsp:cNvPr id="0" name=""/>
        <dsp:cNvSpPr/>
      </dsp:nvSpPr>
      <dsp:spPr>
        <a:xfrm>
          <a:off x="473949" y="0"/>
          <a:ext cx="2219325" cy="221932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50800" cap="flat" cmpd="sng" algn="in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72221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1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9813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65037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71344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98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278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54496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647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39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57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0202C6-A14F-499F-8ABC-D6E20B784C31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7405D15-D070-4B87-B883-A04C725ED93A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54796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58706" y="2762337"/>
            <a:ext cx="7755184" cy="1014982"/>
          </a:xfrm>
          <a:gradFill flip="none" rotWithShape="1">
            <a:gsLst>
              <a:gs pos="0">
                <a:schemeClr val="bg2">
                  <a:tint val="96000"/>
                  <a:shade val="100000"/>
                  <a:hueMod val="270000"/>
                  <a:satMod val="200000"/>
                  <a:lumMod val="128000"/>
                </a:schemeClr>
              </a:gs>
              <a:gs pos="66000">
                <a:schemeClr val="bg2">
                  <a:shade val="100000"/>
                  <a:hueMod val="100000"/>
                  <a:satMod val="110000"/>
                  <a:alpha val="99000"/>
                  <a:lumMod val="51000"/>
                </a:schemeClr>
              </a:gs>
              <a:gs pos="100000">
                <a:schemeClr val="bg2">
                  <a:shade val="78000"/>
                  <a:hueMod val="44000"/>
                  <a:satMod val="200000"/>
                  <a:lumMod val="69000"/>
                </a:schemeClr>
              </a:gs>
            </a:gsLst>
            <a:path path="rect">
              <a:fillToRect l="100000" t="100000"/>
            </a:path>
            <a:tileRect r="-100000" b="-100000"/>
          </a:gradFill>
          <a:effectLst>
            <a:glow rad="127000">
              <a:schemeClr val="accent1">
                <a:alpha val="33000"/>
              </a:schemeClr>
            </a:glow>
            <a:outerShdw blurRad="63500" dist="63500" dir="10560000" sx="110000" sy="110000" algn="ctr" rotWithShape="0">
              <a:srgbClr val="000000">
                <a:alpha val="20000"/>
              </a:srgbClr>
            </a:outerShdw>
            <a:reflection stA="55000" endPos="74000" dist="63500" dir="5400000" sy="-100000" algn="bl" rotWithShape="0"/>
            <a:softEdge rad="114300"/>
          </a:effectLst>
        </p:spPr>
        <p:txBody>
          <a:bodyPr/>
          <a:lstStyle/>
          <a:p>
            <a:r>
              <a:rPr lang="en-US" sz="5000" dirty="0" smtClean="0"/>
              <a:t>BOOTSTRAP</a:t>
            </a:r>
            <a:endParaRPr lang="ru-RU" sz="5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287125" y="6688455"/>
            <a:ext cx="163760" cy="45719"/>
          </a:xfrm>
        </p:spPr>
        <p:txBody>
          <a:bodyPr>
            <a:normAutofit fontScale="25000" lnSpcReduction="2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278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Темы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48867" y="1128451"/>
            <a:ext cx="10178322" cy="3593591"/>
          </a:xfrm>
          <a:scene3d>
            <a:camera prst="orthographicFront"/>
            <a:lightRig rig="threePt" dir="t"/>
          </a:scene3d>
          <a:sp3d extrusionH="76200">
            <a:extrusionClr>
              <a:schemeClr val="tx1">
                <a:lumMod val="85000"/>
                <a:lumOff val="15000"/>
              </a:schemeClr>
            </a:extrusionClr>
          </a:sp3d>
        </p:spPr>
        <p:txBody>
          <a:bodyPr/>
          <a:lstStyle/>
          <a:p>
            <a:r>
              <a:rPr lang="ru-RU" dirty="0" smtClean="0"/>
              <a:t>Что такое </a:t>
            </a:r>
            <a:r>
              <a:rPr lang="en-US" dirty="0" smtClean="0"/>
              <a:t>Bootstrap</a:t>
            </a:r>
            <a:endParaRPr lang="ru-RU" dirty="0" smtClean="0"/>
          </a:p>
          <a:p>
            <a:r>
              <a:rPr lang="ru-RU" dirty="0" smtClean="0"/>
              <a:t>Для чего нужен</a:t>
            </a:r>
            <a:r>
              <a:rPr lang="en-US" dirty="0"/>
              <a:t> </a:t>
            </a:r>
            <a:r>
              <a:rPr lang="en-US" dirty="0" smtClean="0"/>
              <a:t>Bootstrap</a:t>
            </a:r>
          </a:p>
          <a:p>
            <a:r>
              <a:rPr lang="ru-RU" dirty="0" smtClean="0"/>
              <a:t>Плюсы и минусы</a:t>
            </a:r>
          </a:p>
          <a:p>
            <a:r>
              <a:rPr lang="ru-RU" dirty="0" smtClean="0"/>
              <a:t>Примеры</a:t>
            </a:r>
          </a:p>
          <a:p>
            <a:r>
              <a:rPr lang="ru-RU" dirty="0" smtClean="0"/>
              <a:t>Заключение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673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</a:t>
            </a:r>
            <a:r>
              <a:rPr lang="en-US" dirty="0" smtClean="0"/>
              <a:t>Bootstrap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495424" y="1609726"/>
            <a:ext cx="9934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Bahnschrift Condensed" panose="020B0502040204020203" pitchFamily="34" charset="0"/>
              </a:rPr>
              <a:t>Bootstrap</a:t>
            </a:r>
            <a:r>
              <a:rPr lang="ru-RU" sz="2400" dirty="0">
                <a:latin typeface="Bahnschrift Condensed" panose="020B0502040204020203" pitchFamily="34" charset="0"/>
              </a:rPr>
              <a:t> — это бесплатный открытый </a:t>
            </a:r>
            <a:r>
              <a:rPr lang="ru-RU" sz="2400" dirty="0" smtClean="0">
                <a:latin typeface="Bahnschrift Condensed" panose="020B0502040204020203" pitchFamily="34" charset="0"/>
              </a:rPr>
              <a:t>HTML-CSS- </a:t>
            </a:r>
            <a:r>
              <a:rPr lang="ru-RU" sz="2400" dirty="0">
                <a:latin typeface="Bahnschrift Condensed" panose="020B0502040204020203" pitchFamily="34" charset="0"/>
              </a:rPr>
              <a:t>и </a:t>
            </a:r>
            <a:r>
              <a:rPr lang="ru-RU" sz="2400" dirty="0" err="1">
                <a:latin typeface="Bahnschrift Condensed" panose="020B0502040204020203" pitchFamily="34" charset="0"/>
              </a:rPr>
              <a:t>JavaScript‑фреймворк</a:t>
            </a:r>
            <a:r>
              <a:rPr lang="ru-RU" sz="2400" dirty="0">
                <a:latin typeface="Bahnschrift Condensed" panose="020B0502040204020203" pitchFamily="34" charset="0"/>
              </a:rPr>
              <a:t> для быстрой вёрстки адаптивных веб‑сайтов и веб‑приложений.</a:t>
            </a:r>
          </a:p>
          <a:p>
            <a:r>
              <a:rPr lang="ru-RU" sz="2400" dirty="0">
                <a:latin typeface="Bahnschrift Condensed" panose="020B0502040204020203" pitchFamily="34" charset="0"/>
              </a:rPr>
              <a:t>Разработанный изначально в </a:t>
            </a:r>
            <a:r>
              <a:rPr lang="ru-RU" sz="2400" dirty="0" err="1">
                <a:latin typeface="Bahnschrift Condensed" panose="020B0502040204020203" pitchFamily="34" charset="0"/>
              </a:rPr>
              <a:t>Twitter</a:t>
            </a:r>
            <a:r>
              <a:rPr lang="ru-RU" sz="2400" dirty="0">
                <a:latin typeface="Bahnschrift Condensed" panose="020B0502040204020203" pitchFamily="34" charset="0"/>
              </a:rPr>
              <a:t> как внутренний инструмент (под названием </a:t>
            </a:r>
            <a:r>
              <a:rPr lang="ru-RU" sz="2400" i="1" dirty="0" err="1">
                <a:latin typeface="Bahnschrift Condensed" panose="020B0502040204020203" pitchFamily="34" charset="0"/>
              </a:rPr>
              <a:t>Twitter</a:t>
            </a:r>
            <a:r>
              <a:rPr lang="ru-RU" sz="2400" i="1" dirty="0">
                <a:latin typeface="Bahnschrift Condensed" panose="020B0502040204020203" pitchFamily="34" charset="0"/>
              </a:rPr>
              <a:t> </a:t>
            </a:r>
            <a:r>
              <a:rPr lang="ru-RU" sz="2400" i="1" dirty="0" err="1">
                <a:latin typeface="Bahnschrift Condensed" panose="020B0502040204020203" pitchFamily="34" charset="0"/>
              </a:rPr>
              <a:t>Blueprint</a:t>
            </a:r>
            <a:r>
              <a:rPr lang="ru-RU" sz="2400" dirty="0">
                <a:latin typeface="Bahnschrift Condensed" panose="020B0502040204020203" pitchFamily="34" charset="0"/>
              </a:rPr>
              <a:t>), сегодня Bootstrap — один из самых популярных инструментов во </a:t>
            </a:r>
            <a:r>
              <a:rPr lang="ru-RU" sz="2400" dirty="0" err="1">
                <a:latin typeface="Bahnschrift Condensed" panose="020B0502040204020203" pitchFamily="34" charset="0"/>
              </a:rPr>
              <a:t>фронтенд</a:t>
            </a:r>
            <a:r>
              <a:rPr lang="ru-RU" sz="2400" dirty="0">
                <a:latin typeface="Bahnschrift Condensed" panose="020B0502040204020203" pitchFamily="34" charset="0"/>
              </a:rPr>
              <a:t>‑разработке. По данным W3Techs, он используется более чем на 14 % всех сайтов в мире.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2625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Для чего нужен</a:t>
            </a:r>
            <a:r>
              <a:rPr lang="en-US" dirty="0"/>
              <a:t> Bootstrap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394959711"/>
              </p:ext>
            </p:extLst>
          </p:nvPr>
        </p:nvGraphicFramePr>
        <p:xfrm>
          <a:off x="1251678" y="1065402"/>
          <a:ext cx="10367074" cy="4295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2056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1582620768"/>
              </p:ext>
            </p:extLst>
          </p:nvPr>
        </p:nvGraphicFramePr>
        <p:xfrm>
          <a:off x="923926" y="-114299"/>
          <a:ext cx="5114924" cy="6753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989041525"/>
              </p:ext>
            </p:extLst>
          </p:nvPr>
        </p:nvGraphicFramePr>
        <p:xfrm>
          <a:off x="6143625" y="-1"/>
          <a:ext cx="5610225" cy="6543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55574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7844667"/>
              </p:ext>
            </p:extLst>
          </p:nvPr>
        </p:nvGraphicFramePr>
        <p:xfrm>
          <a:off x="1251678" y="1057275"/>
          <a:ext cx="10616472" cy="458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7805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7611758"/>
              </p:ext>
            </p:extLst>
          </p:nvPr>
        </p:nvGraphicFramePr>
        <p:xfrm>
          <a:off x="1251678" y="1304925"/>
          <a:ext cx="10406922" cy="221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442833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Эмблема</Template>
  <TotalTime>67</TotalTime>
  <Words>455</Words>
  <Application>Microsoft Office PowerPoint</Application>
  <PresentationFormat>Широкоэкранный</PresentationFormat>
  <Paragraphs>78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Bahnschrift Condensed</vt:lpstr>
      <vt:lpstr>Corbel</vt:lpstr>
      <vt:lpstr>Gill Sans MT</vt:lpstr>
      <vt:lpstr>Impact</vt:lpstr>
      <vt:lpstr>Badge</vt:lpstr>
      <vt:lpstr>BOOTSTRAP</vt:lpstr>
      <vt:lpstr>Темы:</vt:lpstr>
      <vt:lpstr>Что такое Bootstrap</vt:lpstr>
      <vt:lpstr>Для чего нужен Bootstrap  </vt:lpstr>
      <vt:lpstr>Презентация PowerPoint</vt:lpstr>
      <vt:lpstr>Примеры 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</dc:title>
  <dc:creator>9231 kopr</dc:creator>
  <cp:lastModifiedBy>9231 kopr</cp:lastModifiedBy>
  <cp:revision>10</cp:revision>
  <dcterms:created xsi:type="dcterms:W3CDTF">2026-05-05T05:14:43Z</dcterms:created>
  <dcterms:modified xsi:type="dcterms:W3CDTF">2026-05-05T07:11:35Z</dcterms:modified>
</cp:coreProperties>
</file>